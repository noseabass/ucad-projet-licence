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6.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Masters/slideMaster1.xml" ContentType="application/vnd.openxmlformats-officedocument.presentationml.slideMaster+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Lst>
  <p:sldSz cx="9144000" cy="51435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 name="PlaceHolder 1"/>
          <p:cNvSpPr>
            <a:spLocks noGrp="1"/>
          </p:cNvSpPr>
          <p:nvPr>
            <p:ph type="sldImg"/>
          </p:nvPr>
        </p:nvSpPr>
        <p:spPr>
          <a:xfrm>
            <a:off x="0" y="764280"/>
            <a:ext cx="0" cy="0"/>
          </a:xfrm>
          <a:prstGeom prst="rect">
            <a:avLst/>
          </a:prstGeom>
          <a:noFill/>
          <a:ln w="0">
            <a:noFill/>
          </a:ln>
        </p:spPr>
        <p:txBody>
          <a:bodyPr lIns="0" tIns="0" rIns="0" bIns="0" anchor="ctr">
            <a:noAutofit/>
          </a:bodyPr>
          <a:p>
            <a:r>
              <a:rPr lang="fr-FR" sz="1800" b="0" u="none" strike="noStrike">
                <a:solidFill>
                  <a:srgbClr val="000000"/>
                </a:solidFill>
                <a:effectLst/>
                <a:uFillTx/>
                <a:latin typeface="Arial"/>
              </a:rPr>
              <a:t>Cliquez pour déplacer la diapo</a:t>
            </a:r>
            <a:endParaRPr lang="fr-FR" sz="1800" b="0" u="none" strike="noStrike">
              <a:solidFill>
                <a:srgbClr val="000000"/>
              </a:solidFill>
              <a:effectLst/>
              <a:uFillTx/>
              <a:latin typeface="Arial"/>
            </a:endParaRPr>
          </a:p>
        </p:txBody>
      </p:sp>
      <p:sp>
        <p:nvSpPr>
          <p:cNvPr id="14"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fr-FR" sz="2000" b="0" u="none" strike="noStrike">
                <a:solidFill>
                  <a:srgbClr val="000000"/>
                </a:solidFill>
                <a:effectLst/>
                <a:uFillTx/>
                <a:latin typeface="Arial"/>
              </a:rPr>
              <a:t>Cliquez pour modifier le format des notes</a:t>
            </a:r>
            <a:endParaRPr lang="fr-FR" sz="2000" b="0" u="none" strike="noStrike">
              <a:solidFill>
                <a:srgbClr val="000000"/>
              </a:solidFill>
              <a:effectLst/>
              <a:uFillTx/>
              <a:latin typeface="Arial"/>
            </a:endParaRPr>
          </a:p>
        </p:txBody>
      </p:sp>
      <p:sp>
        <p:nvSpPr>
          <p:cNvPr id="15"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fr-FR" sz="1400" b="0" u="none" strike="noStrike">
                <a:solidFill>
                  <a:srgbClr val="000000"/>
                </a:solidFill>
                <a:effectLst/>
                <a:uFillTx/>
                <a:latin typeface="Times New Roman"/>
              </a:rPr>
              <a:t>&lt;en-tête&gt;</a:t>
            </a:r>
            <a:endParaRPr lang="fr-FR" sz="1400" b="0" u="none" strike="noStrike">
              <a:solidFill>
                <a:srgbClr val="000000"/>
              </a:solidFill>
              <a:effectLst/>
              <a:uFillTx/>
              <a:latin typeface="Times New Roman"/>
            </a:endParaRPr>
          </a:p>
        </p:txBody>
      </p:sp>
      <p:sp>
        <p:nvSpPr>
          <p:cNvPr id="16"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fr-FR" sz="1400" b="0" u="none" strike="noStrike">
                <a:solidFill>
                  <a:srgbClr val="000000"/>
                </a:solidFill>
                <a:effectLst/>
                <a:uFillTx/>
                <a:latin typeface="Times New Roman"/>
              </a:defRPr>
            </a:lvl1pPr>
          </a:lstStyle>
          <a:p>
            <a:pPr indent="0" algn="r">
              <a:buNone/>
            </a:pPr>
            <a:r>
              <a:rPr lang="fr-FR" sz="1400" b="0" u="none" strike="noStrike">
                <a:solidFill>
                  <a:srgbClr val="000000"/>
                </a:solidFill>
                <a:effectLst/>
                <a:uFillTx/>
                <a:latin typeface="Times New Roman"/>
              </a:rPr>
              <a:t>&lt;date/heure&gt;</a:t>
            </a:r>
            <a:endParaRPr lang="fr-FR" sz="1400" b="0" u="none" strike="noStrike">
              <a:solidFill>
                <a:srgbClr val="000000"/>
              </a:solidFill>
              <a:effectLst/>
              <a:uFillTx/>
              <a:latin typeface="Times New Roman"/>
            </a:endParaRPr>
          </a:p>
        </p:txBody>
      </p:sp>
      <p:sp>
        <p:nvSpPr>
          <p:cNvPr id="17"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fr-FR" sz="1400" b="0" u="none" strike="noStrike">
                <a:solidFill>
                  <a:srgbClr val="000000"/>
                </a:solidFill>
                <a:effectLst/>
                <a:uFillTx/>
                <a:latin typeface="Times New Roman"/>
              </a:defRPr>
            </a:lvl1pPr>
          </a:lstStyle>
          <a:p>
            <a:pPr indent="0" algn="l">
              <a:buNone/>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18"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fr-FR" sz="1400" b="0" u="none" strike="noStrike">
                <a:solidFill>
                  <a:srgbClr val="000000"/>
                </a:solidFill>
                <a:effectLst/>
                <a:uFillTx/>
                <a:latin typeface="Times New Roman"/>
              </a:defRPr>
            </a:lvl1pPr>
          </a:lstStyle>
          <a:p>
            <a:pPr indent="0" algn="r">
              <a:buNone/>
            </a:pPr>
            <a:fld id="{12144D83-B53A-49DD-9CEB-23F39D25A4DF}" type="slidenum">
              <a:rPr lang="fr-FR" sz="1400" b="0" u="none" strike="noStrike">
                <a:solidFill>
                  <a:srgbClr val="000000"/>
                </a:solidFill>
                <a:effectLst/>
                <a:uFillTx/>
                <a:latin typeface="Times New Roman"/>
              </a:rPr>
              <a:t>&lt;numéro&gt;</a:t>
            </a:fld>
            <a:endParaRPr lang="fr-FR"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sldImg"/>
          </p:nvPr>
        </p:nvSpPr>
        <p:spPr>
          <a:xfrm>
            <a:off x="1143000" y="685800"/>
            <a:ext cx="4570920" cy="3427920"/>
          </a:xfrm>
          <a:prstGeom prst="rect">
            <a:avLst/>
          </a:prstGeom>
          <a:ln w="0">
            <a:noFill/>
          </a:ln>
        </p:spPr>
      </p:sp>
      <p:sp>
        <p:nvSpPr>
          <p:cNvPr id="63" name="PlaceHolder 2"/>
          <p:cNvSpPr>
            <a:spLocks noGrp="1"/>
          </p:cNvSpPr>
          <p:nvPr>
            <p:ph type="body"/>
          </p:nvPr>
        </p:nvSpPr>
        <p:spPr>
          <a:xfrm>
            <a:off x="685800" y="4343400"/>
            <a:ext cx="5485320" cy="4113720"/>
          </a:xfrm>
          <a:prstGeom prst="rect">
            <a:avLst/>
          </a:prstGeom>
          <a:noFill/>
          <a:ln w="0">
            <a:noFill/>
          </a:ln>
        </p:spPr>
        <p:txBody>
          <a:bodyPr lIns="91440" tIns="45720" rIns="91440" bIns="45720" anchor="t">
            <a:noAutofit/>
          </a:bodyPr>
          <a:p>
            <a:pPr indent="0" algn="l">
              <a:lnSpc>
                <a:spcPct val="100000"/>
              </a:lnSpc>
              <a:buNone/>
              <a:tabLst>
                <a:tab pos="0" algn="l"/>
              </a:tabLst>
            </a:pPr>
            <a:r>
              <a:rPr lang="fr-FR" sz="2000" b="0" u="none" strike="noStrike">
                <a:solidFill>
                  <a:srgbClr val="000000"/>
                </a:solidFill>
                <a:effectLst/>
                <a:uFillTx/>
                <a:latin typeface="Arial"/>
              </a:rPr>
              <a:t>Dans les établissements de formation informatique, il y a un vrai besoin de partager des ressources : cours, devoirs, notes, entre apprenants, enseignants et direction. Des solutions existent déjà, comme Google Classroom ou des applications développées en interne. Mais elles ont toutes le même problème : elles dépendent d'une connexion Internet stable, ce qui n'est pas toujours garanti au Sénégal. En plus, ces solutions sont hébergées à l'étranger, donc on ne maîtrise pas où vont nos données. Et même quand ce sont des enseignants qui développent leurs propres outils, ils utilisent souvent une technologie étrangère comme passerelle entre nos données et des tiers.</a:t>
            </a:r>
            <a:endParaRPr lang="fr-FR" sz="2000" b="0" u="none" strike="noStrike">
              <a:solidFill>
                <a:srgbClr val="000000"/>
              </a:solidFill>
              <a:effectLst/>
              <a:uFillTx/>
              <a:latin typeface="Arial"/>
            </a:endParaRPr>
          </a:p>
        </p:txBody>
      </p:sp>
      <p:sp>
        <p:nvSpPr>
          <p:cNvPr id="64" name="PlaceHolder 3"/>
          <p:cNvSpPr>
            <a:spLocks noGrp="1"/>
          </p:cNvSpPr>
          <p:nvPr>
            <p:ph type="sldNum" idx="4"/>
          </p:nvPr>
        </p:nvSpPr>
        <p:spPr>
          <a:xfrm>
            <a:off x="3884760" y="8685360"/>
            <a:ext cx="2970720" cy="4561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841ABA1E-E94E-4D70-9A0A-5280DBF89BE0}" type="slidenum">
              <a:rPr lang="en-US"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sldImg"/>
          </p:nvPr>
        </p:nvSpPr>
        <p:spPr>
          <a:xfrm>
            <a:off x="1143000" y="685800"/>
            <a:ext cx="4570920" cy="3427920"/>
          </a:xfrm>
          <a:prstGeom prst="rect">
            <a:avLst/>
          </a:prstGeom>
          <a:ln w="0">
            <a:noFill/>
          </a:ln>
        </p:spPr>
      </p:sp>
      <p:sp>
        <p:nvSpPr>
          <p:cNvPr id="66" name="PlaceHolder 2"/>
          <p:cNvSpPr>
            <a:spLocks noGrp="1"/>
          </p:cNvSpPr>
          <p:nvPr>
            <p:ph type="body"/>
          </p:nvPr>
        </p:nvSpPr>
        <p:spPr>
          <a:xfrm>
            <a:off x="685800" y="4343400"/>
            <a:ext cx="5485320" cy="4113720"/>
          </a:xfrm>
          <a:prstGeom prst="rect">
            <a:avLst/>
          </a:prstGeom>
          <a:noFill/>
          <a:ln w="0">
            <a:noFill/>
          </a:ln>
        </p:spPr>
        <p:txBody>
          <a:bodyPr lIns="91440" tIns="45720" rIns="91440" bIns="45720" anchor="t">
            <a:noAutofit/>
          </a:bodyPr>
          <a:p>
            <a:pPr indent="0" algn="l">
              <a:lnSpc>
                <a:spcPct val="100000"/>
              </a:lnSpc>
              <a:buNone/>
              <a:tabLst>
                <a:tab pos="0" algn="l"/>
              </a:tabLst>
            </a:pPr>
            <a:r>
              <a:rPr lang="fr-FR" sz="2000" b="0" u="none" strike="noStrike">
                <a:solidFill>
                  <a:srgbClr val="000000"/>
                </a:solidFill>
                <a:effectLst/>
                <a:uFillTx/>
                <a:latin typeface="Arial"/>
              </a:rPr>
              <a:t>La solution que je propose, c'est d'héberger les données localement, avec un accès contrôlé selon le rôle de chacun : élève, enseignant, direction. C'est une infrastructure Linux 100% libre et open-source, autonome vis-à-vis d'Internet. Concrètement : une image ISO Ubuntu personnalisée pour installer automatiquement le serveur, OpenLDAP pour stocker les identités, FreeRADIUS pour l'authentification réseau, et Samba pour le partage de fichiers structuré par rôle.</a:t>
            </a:r>
            <a:endParaRPr lang="fr-FR" sz="2000" b="0" u="none" strike="noStrike">
              <a:solidFill>
                <a:srgbClr val="000000"/>
              </a:solidFill>
              <a:effectLst/>
              <a:uFillTx/>
              <a:latin typeface="Arial"/>
            </a:endParaRPr>
          </a:p>
        </p:txBody>
      </p:sp>
      <p:sp>
        <p:nvSpPr>
          <p:cNvPr id="67" name="PlaceHolder 3"/>
          <p:cNvSpPr>
            <a:spLocks noGrp="1"/>
          </p:cNvSpPr>
          <p:nvPr>
            <p:ph type="sldNum" idx="5"/>
          </p:nvPr>
        </p:nvSpPr>
        <p:spPr>
          <a:xfrm>
            <a:off x="3884760" y="8685360"/>
            <a:ext cx="2970720" cy="4561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4613BC2D-5F77-4F02-95F7-61820F7CD9F5}" type="slidenum">
              <a:rPr lang="en-US"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sldImg"/>
          </p:nvPr>
        </p:nvSpPr>
        <p:spPr>
          <a:xfrm>
            <a:off x="1143000" y="685800"/>
            <a:ext cx="4570920" cy="3427920"/>
          </a:xfrm>
          <a:prstGeom prst="rect">
            <a:avLst/>
          </a:prstGeom>
          <a:ln w="0">
            <a:noFill/>
          </a:ln>
        </p:spPr>
      </p:sp>
      <p:sp>
        <p:nvSpPr>
          <p:cNvPr id="69" name="PlaceHolder 2"/>
          <p:cNvSpPr>
            <a:spLocks noGrp="1"/>
          </p:cNvSpPr>
          <p:nvPr>
            <p:ph type="body"/>
          </p:nvPr>
        </p:nvSpPr>
        <p:spPr>
          <a:xfrm>
            <a:off x="685800" y="4343400"/>
            <a:ext cx="5485320" cy="4113720"/>
          </a:xfrm>
          <a:prstGeom prst="rect">
            <a:avLst/>
          </a:prstGeom>
          <a:noFill/>
          <a:ln w="0">
            <a:noFill/>
          </a:ln>
        </p:spPr>
        <p:txBody>
          <a:bodyPr lIns="91440" tIns="45720" rIns="91440" bIns="45720" anchor="t">
            <a:noAutofit/>
          </a:bodyPr>
          <a:p>
            <a:pPr indent="0" algn="l">
              <a:lnSpc>
                <a:spcPct val="100000"/>
              </a:lnSpc>
              <a:buNone/>
              <a:tabLst>
                <a:tab pos="0" algn="l"/>
              </a:tabLst>
            </a:pPr>
            <a:r>
              <a:rPr lang="fr-FR" sz="2000" b="0" u="none" strike="noStrike">
                <a:solidFill>
                  <a:srgbClr val="000000"/>
                </a:solidFill>
                <a:effectLst/>
                <a:uFillTx/>
                <a:latin typeface="Arial"/>
              </a:rPr>
              <a:t>L'objectif général du projet, c'est de concevoir et automatiser le déploiement d'une infrastructure serveur Linux préconfigurée et souveraine, pour la gestion locale des ressources et des utilisateurs d'un établissement de formation informatique. Pour y arriver, j'ai découpé ça en objectifs spécifiques : automatiser l'installation avec des scripts Bash, mettre en place l'authentification centralisée avec LDAP et RADIUS, configurer le partage de fichiers par rôle avec Samba, intégrer tout ça dans une ISO Ubuntu personnalisée, et fournir un client graphique simple pour la connexion.</a:t>
            </a:r>
            <a:endParaRPr lang="fr-FR" sz="2000" b="0" u="none" strike="noStrike">
              <a:solidFill>
                <a:srgbClr val="000000"/>
              </a:solidFill>
              <a:effectLst/>
              <a:uFillTx/>
              <a:latin typeface="Arial"/>
            </a:endParaRPr>
          </a:p>
        </p:txBody>
      </p:sp>
      <p:sp>
        <p:nvSpPr>
          <p:cNvPr id="70" name="PlaceHolder 3"/>
          <p:cNvSpPr>
            <a:spLocks noGrp="1"/>
          </p:cNvSpPr>
          <p:nvPr>
            <p:ph type="sldNum" idx="6"/>
          </p:nvPr>
        </p:nvSpPr>
        <p:spPr>
          <a:xfrm>
            <a:off x="3884760" y="8685360"/>
            <a:ext cx="2970720" cy="4561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7200FF7C-F471-4EE6-9B63-EA78B374E4FE}" type="slidenum">
              <a:rPr lang="en-US"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sldImg"/>
          </p:nvPr>
        </p:nvSpPr>
        <p:spPr>
          <a:xfrm>
            <a:off x="1143000" y="685800"/>
            <a:ext cx="4570920" cy="3427920"/>
          </a:xfrm>
          <a:prstGeom prst="rect">
            <a:avLst/>
          </a:prstGeom>
          <a:ln w="0">
            <a:noFill/>
          </a:ln>
        </p:spPr>
      </p:sp>
      <p:sp>
        <p:nvSpPr>
          <p:cNvPr id="72" name="PlaceHolder 2"/>
          <p:cNvSpPr>
            <a:spLocks noGrp="1"/>
          </p:cNvSpPr>
          <p:nvPr>
            <p:ph type="body"/>
          </p:nvPr>
        </p:nvSpPr>
        <p:spPr>
          <a:xfrm>
            <a:off x="685800" y="4343400"/>
            <a:ext cx="5485320" cy="4113720"/>
          </a:xfrm>
          <a:prstGeom prst="rect">
            <a:avLst/>
          </a:prstGeom>
          <a:noFill/>
          <a:ln w="0">
            <a:noFill/>
          </a:ln>
        </p:spPr>
        <p:txBody>
          <a:bodyPr lIns="91440" tIns="45720" rIns="91440" bIns="45720" anchor="t">
            <a:noAutofit/>
          </a:bodyPr>
          <a:p>
            <a:pPr indent="0" algn="l">
              <a:lnSpc>
                <a:spcPct val="100000"/>
              </a:lnSpc>
              <a:buNone/>
              <a:tabLst>
                <a:tab pos="0" algn="l"/>
              </a:tabLst>
            </a:pPr>
            <a:r>
              <a:rPr lang="fr-FR" sz="2000" b="0" u="none" strike="noStrike">
                <a:solidFill>
                  <a:srgbClr val="000000"/>
                </a:solidFill>
                <a:effectLst/>
                <a:uFillTx/>
                <a:latin typeface="Arial"/>
              </a:rPr>
              <a:t>Pour la distribution, j'ai choisi Ubuntu Server plutôt que NixOS. NixOS est séduisant parce qu'il est déclaratif et reproductible, mais sa courbe d'apprentissage aurait freiné la transférabilité du projet : Ubuntu LTS est plus stable et surtout mieux supporté par les outils qu'on utilise, comme FreeRADIUS et OpenLDAP, et sera plus facile à maintenir par de futurs administrateurs formés localement. Pour l'annuaire, j'ai préféré OpenLDAP à MySQL : LDAP est fait pour des recherches hiérarchiques rapides, alors que MySQL m'aurait obligé à modéliser manuellement l'arborescence et écrire des jointures. Pour le partage de fichiers, Samba plutôt que NFS, parce que Samba intègre nativement les machines Windows. Et pour l'automatisation, cloud-init et autoinstall pour l'installation automatique, des scripts Bash modulaires pour orchestrer les services, et Cubic pour personnaliser l'ISO finale.</a:t>
            </a:r>
            <a:endParaRPr lang="fr-FR" sz="2000" b="0" u="none" strike="noStrike">
              <a:solidFill>
                <a:srgbClr val="000000"/>
              </a:solidFill>
              <a:effectLst/>
              <a:uFillTx/>
              <a:latin typeface="Arial"/>
            </a:endParaRPr>
          </a:p>
        </p:txBody>
      </p:sp>
      <p:sp>
        <p:nvSpPr>
          <p:cNvPr id="73" name="PlaceHolder 3"/>
          <p:cNvSpPr>
            <a:spLocks noGrp="1"/>
          </p:cNvSpPr>
          <p:nvPr>
            <p:ph type="sldNum" idx="7"/>
          </p:nvPr>
        </p:nvSpPr>
        <p:spPr>
          <a:xfrm>
            <a:off x="3884760" y="8685360"/>
            <a:ext cx="2970720" cy="4561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ABC651A9-BDCE-4FF4-8E95-BA99364E6678}" type="slidenum">
              <a:rPr lang="en-US"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sldImg"/>
          </p:nvPr>
        </p:nvSpPr>
        <p:spPr>
          <a:xfrm>
            <a:off x="1143000" y="685800"/>
            <a:ext cx="4570920" cy="3427920"/>
          </a:xfrm>
          <a:prstGeom prst="rect">
            <a:avLst/>
          </a:prstGeom>
          <a:ln w="0">
            <a:noFill/>
          </a:ln>
        </p:spPr>
      </p:sp>
      <p:sp>
        <p:nvSpPr>
          <p:cNvPr id="75" name="PlaceHolder 2"/>
          <p:cNvSpPr>
            <a:spLocks noGrp="1"/>
          </p:cNvSpPr>
          <p:nvPr>
            <p:ph type="body"/>
          </p:nvPr>
        </p:nvSpPr>
        <p:spPr>
          <a:xfrm>
            <a:off x="685800" y="4343400"/>
            <a:ext cx="5485320" cy="4113720"/>
          </a:xfrm>
          <a:prstGeom prst="rect">
            <a:avLst/>
          </a:prstGeom>
          <a:noFill/>
          <a:ln w="0">
            <a:noFill/>
          </a:ln>
        </p:spPr>
        <p:txBody>
          <a:bodyPr lIns="91440" tIns="45720" rIns="91440" bIns="45720" anchor="t">
            <a:noAutofit/>
          </a:bodyPr>
          <a:p>
            <a:pPr indent="0" algn="l">
              <a:lnSpc>
                <a:spcPct val="100000"/>
              </a:lnSpc>
              <a:buNone/>
              <a:tabLst>
                <a:tab pos="0" algn="l"/>
              </a:tabLst>
            </a:pPr>
            <a:r>
              <a:rPr lang="fr-FR" sz="2000" b="0" u="none" strike="noStrike">
                <a:solidFill>
                  <a:srgbClr val="000000"/>
                </a:solidFill>
                <a:effectLst/>
                <a:uFillTx/>
                <a:latin typeface="Arial"/>
              </a:rPr>
              <a:t>Le projet se déroule en six grandes étapes. D'abord la recherche et l'étude comparative des technologies. Ensuite le maquettage : je valide manuellement toute la chaîne d'authentification sur une VM de test, du client jusqu'à RADIUS, LDAP et Samba. Ensuite j'écris les scripts Bash qui automatisent tout ça. Puis j'intègre ces scripts dans l'ISO Ubuntu avec Cubic. Ensuite je développe un petit client GUI pour que les utilisateurs se connectent facilement. Et enfin, je teste tout ça en environnement virtuel avec quatre machines : le serveur et trois postes clients représentant direction, enseignant et étudiant.</a:t>
            </a:r>
            <a:endParaRPr lang="fr-FR" sz="2000" b="0" u="none" strike="noStrike">
              <a:solidFill>
                <a:srgbClr val="000000"/>
              </a:solidFill>
              <a:effectLst/>
              <a:uFillTx/>
              <a:latin typeface="Arial"/>
            </a:endParaRPr>
          </a:p>
        </p:txBody>
      </p:sp>
      <p:sp>
        <p:nvSpPr>
          <p:cNvPr id="76" name="PlaceHolder 3"/>
          <p:cNvSpPr>
            <a:spLocks noGrp="1"/>
          </p:cNvSpPr>
          <p:nvPr>
            <p:ph type="sldNum" idx="8"/>
          </p:nvPr>
        </p:nvSpPr>
        <p:spPr>
          <a:xfrm>
            <a:off x="3884760" y="8685360"/>
            <a:ext cx="2970720" cy="4561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EEB461D9-B492-4103-A810-9EA774952BA9}" type="slidenum">
              <a:rPr lang="en-US"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sldImg"/>
          </p:nvPr>
        </p:nvSpPr>
        <p:spPr>
          <a:xfrm>
            <a:off x="1143000" y="685800"/>
            <a:ext cx="4570920" cy="3427920"/>
          </a:xfrm>
          <a:prstGeom prst="rect">
            <a:avLst/>
          </a:prstGeom>
          <a:ln w="0">
            <a:noFill/>
          </a:ln>
        </p:spPr>
      </p:sp>
      <p:sp>
        <p:nvSpPr>
          <p:cNvPr id="78" name="PlaceHolder 2"/>
          <p:cNvSpPr>
            <a:spLocks noGrp="1"/>
          </p:cNvSpPr>
          <p:nvPr>
            <p:ph type="body"/>
          </p:nvPr>
        </p:nvSpPr>
        <p:spPr>
          <a:xfrm>
            <a:off x="685800" y="4343400"/>
            <a:ext cx="5485320" cy="4113720"/>
          </a:xfrm>
          <a:prstGeom prst="rect">
            <a:avLst/>
          </a:prstGeom>
          <a:noFill/>
          <a:ln w="0">
            <a:noFill/>
          </a:ln>
        </p:spPr>
        <p:txBody>
          <a:bodyPr lIns="91440" tIns="45720" rIns="91440" bIns="45720" anchor="t">
            <a:noAutofit/>
          </a:bodyPr>
          <a:p>
            <a:pPr indent="0" algn="l">
              <a:lnSpc>
                <a:spcPct val="100000"/>
              </a:lnSpc>
              <a:buNone/>
              <a:tabLst>
                <a:tab pos="0" algn="l"/>
              </a:tabLst>
            </a:pPr>
            <a:r>
              <a:rPr lang="fr-FR" sz="2000" b="0" u="none" strike="noStrike">
                <a:solidFill>
                  <a:srgbClr val="000000"/>
                </a:solidFill>
                <a:effectLst/>
                <a:uFillTx/>
                <a:latin typeface="Arial"/>
              </a:rPr>
              <a:t>Le projet est pensé pour évoluer. À moyen terme, on pourrait ajouter une couche SSO avec Keycloak connectée à l'annuaire LDAP existant, pour que les utilisateurs se connectent une seule fois à tous les services. On pourrait aussi développer un portail pédagogique web avec Django et PostgreSQL, pour remplacer les partages Samba bruts par une interface plus conviviale. Et enfin, migrer vers NixOS pour rendre l'infrastructure entièrement déclarative et versionnable.</a:t>
            </a:r>
            <a:endParaRPr lang="fr-FR" sz="2000" b="0" u="none" strike="noStrike">
              <a:solidFill>
                <a:srgbClr val="000000"/>
              </a:solidFill>
              <a:effectLst/>
              <a:uFillTx/>
              <a:latin typeface="Arial"/>
            </a:endParaRPr>
          </a:p>
        </p:txBody>
      </p:sp>
      <p:sp>
        <p:nvSpPr>
          <p:cNvPr id="79" name="PlaceHolder 3"/>
          <p:cNvSpPr>
            <a:spLocks noGrp="1"/>
          </p:cNvSpPr>
          <p:nvPr>
            <p:ph type="sldNum" idx="9"/>
          </p:nvPr>
        </p:nvSpPr>
        <p:spPr>
          <a:xfrm>
            <a:off x="3884760" y="8685360"/>
            <a:ext cx="2970720" cy="4561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DAC10829-E37D-4F99-8DC2-F8AFF261778D}" type="slidenum">
              <a:rPr lang="en-US"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sldImg"/>
          </p:nvPr>
        </p:nvSpPr>
        <p:spPr>
          <a:xfrm>
            <a:off x="1143000" y="685800"/>
            <a:ext cx="4570920" cy="3427920"/>
          </a:xfrm>
          <a:prstGeom prst="rect">
            <a:avLst/>
          </a:prstGeom>
          <a:ln w="0">
            <a:noFill/>
          </a:ln>
        </p:spPr>
      </p:sp>
      <p:sp>
        <p:nvSpPr>
          <p:cNvPr id="81" name="PlaceHolder 2"/>
          <p:cNvSpPr>
            <a:spLocks noGrp="1"/>
          </p:cNvSpPr>
          <p:nvPr>
            <p:ph type="body"/>
          </p:nvPr>
        </p:nvSpPr>
        <p:spPr>
          <a:xfrm>
            <a:off x="685800" y="4343400"/>
            <a:ext cx="5485320" cy="4113720"/>
          </a:xfrm>
          <a:prstGeom prst="rect">
            <a:avLst/>
          </a:prstGeom>
          <a:noFill/>
          <a:ln w="0">
            <a:noFill/>
          </a:ln>
        </p:spPr>
        <p:txBody>
          <a:bodyPr lIns="91440" tIns="45720" rIns="91440" bIns="45720" anchor="t">
            <a:noAutofit/>
          </a:bodyPr>
          <a:p>
            <a:pPr indent="0" algn="l">
              <a:lnSpc>
                <a:spcPct val="100000"/>
              </a:lnSpc>
              <a:buNone/>
              <a:tabLst>
                <a:tab pos="0" algn="l"/>
              </a:tabLst>
            </a:pPr>
            <a:r>
              <a:rPr lang="fr-FR" sz="2000" b="0" u="none" strike="noStrike">
                <a:solidFill>
                  <a:srgbClr val="000000"/>
                </a:solidFill>
                <a:effectLst/>
                <a:uFillTx/>
                <a:latin typeface="Arial"/>
              </a:rPr>
              <a:t>Pour résumer : l'objectif est de livrer une infrastructure locale, souveraine et automatisée de bout en bout. Aujourd'hui, la recherche et les choix technologiques sont validés, et le maquettage est en cours. Les prochaines étapes sont l'écriture des scripts d'automatisation, puis l'intégration dans l'ISO, le client GUI, et enfin les tests. Je suis preneur de vos retours, notamment sur le choix des technologies et sur l'encadrement du projet.</a:t>
            </a:r>
            <a:endParaRPr lang="fr-FR" sz="2000" b="0" u="none" strike="noStrike">
              <a:solidFill>
                <a:srgbClr val="000000"/>
              </a:solidFill>
              <a:effectLst/>
              <a:uFillTx/>
              <a:latin typeface="Arial"/>
            </a:endParaRPr>
          </a:p>
        </p:txBody>
      </p:sp>
      <p:sp>
        <p:nvSpPr>
          <p:cNvPr id="82" name="PlaceHolder 3"/>
          <p:cNvSpPr>
            <a:spLocks noGrp="1"/>
          </p:cNvSpPr>
          <p:nvPr>
            <p:ph type="sldNum" idx="10"/>
          </p:nvPr>
        </p:nvSpPr>
        <p:spPr>
          <a:xfrm>
            <a:off x="3884760" y="8685360"/>
            <a:ext cx="2970720" cy="4561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68C0E6E6-43C8-457F-934B-2857E6C20136}" type="slidenum">
              <a:rPr lang="en-US" sz="1200" b="0" u="none" strike="noStrike">
                <a:solidFill>
                  <a:srgbClr val="000000"/>
                </a:solidFill>
                <a:effectLst/>
                <a:uFillTx/>
                <a:latin typeface="Times New Roman"/>
              </a:rPr>
              <a:t>&lt;numéro&gt;</a:t>
            </a:fld>
            <a:endParaRPr lang="fr-FR"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496800"/>
            <a:ext cx="8227800" cy="274680"/>
          </a:xfrm>
          <a:prstGeom prst="rect">
            <a:avLst/>
          </a:prstGeom>
          <a:noFill/>
          <a:ln w="0">
            <a:noFill/>
          </a:ln>
        </p:spPr>
        <p:txBody>
          <a:bodyPr lIns="0" tIns="0" rIns="0" bIns="0" anchor="ctr">
            <a:spAutoFit/>
          </a:bodyPr>
          <a:lstStyle>
            <a:lvl1pPr indent="0" algn="l">
              <a:lnSpc>
                <a:spcPct val="100000"/>
              </a:lnSpc>
              <a:buNone/>
              <a:tabLst>
                <a:tab pos="0" algn="l"/>
              </a:tabLst>
              <a:defRPr lang="fr-FR" sz="1800" b="0" u="none" strike="noStrike">
                <a:solidFill>
                  <a:srgbClr val="000000"/>
                </a:solidFill>
                <a:effectLst/>
                <a:uFillTx/>
                <a:latin typeface="Arial"/>
              </a:defRPr>
            </a:lvl1pPr>
          </a:lstStyle>
          <a:p>
            <a:pPr indent="0" algn="l">
              <a:lnSpc>
                <a:spcPct val="100000"/>
              </a:lnSpc>
              <a:buNone/>
              <a:tabLst>
                <a:tab pos="0" algn="l"/>
              </a:tabLst>
            </a:pPr>
            <a:r>
              <a:rPr lang="fr-FR" sz="1800" b="0" u="none" strike="noStrike">
                <a:solidFill>
                  <a:srgbClr val="000000"/>
                </a:solidFill>
                <a:effectLst/>
                <a:uFillTx/>
                <a:latin typeface="Arial"/>
              </a:rPr>
              <a:t>Cliquez pour éditer le format du texte-titre</a:t>
            </a:r>
            <a:endParaRPr lang="fr-FR" sz="1800" b="0" u="none" strike="noStrike">
              <a:solidFill>
                <a:srgbClr val="000000"/>
              </a:solidFill>
              <a:effectLst/>
              <a:uFillTx/>
              <a:latin typeface="Arial"/>
            </a:endParaRPr>
          </a:p>
        </p:txBody>
      </p:sp>
      <p:sp>
        <p:nvSpPr>
          <p:cNvPr id="3" name="PlaceHolder 2"/>
          <p:cNvSpPr>
            <a:spLocks noGrp="1"/>
          </p:cNvSpPr>
          <p:nvPr>
            <p:ph type="body"/>
          </p:nvPr>
        </p:nvSpPr>
        <p:spPr>
          <a:xfrm>
            <a:off x="457200" y="1203480"/>
            <a:ext cx="8227800" cy="2981520"/>
          </a:xfrm>
          <a:prstGeom prst="rect">
            <a:avLst/>
          </a:prstGeom>
          <a:noFill/>
          <a:ln w="0">
            <a:noFill/>
          </a:ln>
        </p:spPr>
        <p:txBody>
          <a:bodyPr lIns="0" tIns="0" rIns="0" bIns="0" anchor="t">
            <a:normAutofit/>
          </a:bodyPr>
          <a:lstStyle>
            <a:lvl1pPr algn="l">
              <a:lnSpc>
                <a:spcPct val="100000"/>
              </a:lnSpc>
              <a:buClr>
                <a:srgbClr val="000000"/>
              </a:buClr>
              <a:buFont typeface="Wingdings" charset="2"/>
              <a:buChar char=""/>
              <a:defRPr lang="fr-FR" sz="1800" b="0" u="none" strike="noStrike">
                <a:solidFill>
                  <a:srgbClr val="000000"/>
                </a:solidFill>
                <a:effectLst/>
                <a:uFillTx/>
                <a:latin typeface="Arial"/>
              </a:defRPr>
            </a:lvl1pPr>
            <a:lvl2pPr lvl="1" algn="l">
              <a:lnSpc>
                <a:spcPct val="100000"/>
              </a:lnSpc>
              <a:buClr>
                <a:srgbClr val="000000"/>
              </a:buClr>
              <a:buSzPct val="75000"/>
              <a:buFont typeface="Symbol" charset="2"/>
              <a:buChar char=""/>
              <a:defRPr lang="fr-FR" sz="1800" b="0" u="none" strike="noStrike">
                <a:solidFill>
                  <a:srgbClr val="000000"/>
                </a:solidFill>
                <a:effectLst/>
                <a:uFillTx/>
                <a:latin typeface="Arial"/>
              </a:defRPr>
            </a:lvl2pPr>
            <a:lvl3pPr lvl="2" algn="l">
              <a:lnSpc>
                <a:spcPct val="100000"/>
              </a:lnSpc>
              <a:buClr>
                <a:srgbClr val="000000"/>
              </a:buClr>
              <a:buSzPct val="45000"/>
              <a:buFont typeface="Wingdings" charset="2"/>
              <a:buChar char=""/>
              <a:defRPr lang="fr-FR" sz="1800" b="0" u="none" strike="noStrike">
                <a:solidFill>
                  <a:srgbClr val="000000"/>
                </a:solidFill>
                <a:effectLst/>
                <a:uFillTx/>
                <a:latin typeface="Arial"/>
              </a:defRPr>
            </a:lvl3pPr>
            <a:lvl4pPr lvl="3" algn="l">
              <a:lnSpc>
                <a:spcPct val="100000"/>
              </a:lnSpc>
              <a:buClr>
                <a:srgbClr val="000000"/>
              </a:buClr>
              <a:buSzPct val="75000"/>
              <a:buFont typeface="Symbol" charset="2"/>
              <a:buChar char=""/>
              <a:defRPr lang="fr-FR" sz="1800" b="0" u="none" strike="noStrike">
                <a:solidFill>
                  <a:srgbClr val="000000"/>
                </a:solidFill>
                <a:effectLst/>
                <a:uFillTx/>
                <a:latin typeface="Arial"/>
              </a:defRPr>
            </a:lvl4pPr>
            <a:lvl5pPr lvl="4" algn="l">
              <a:lnSpc>
                <a:spcPct val="100000"/>
              </a:lnSpc>
              <a:buClr>
                <a:srgbClr val="000000"/>
              </a:buClr>
              <a:buSzPct val="45000"/>
              <a:buFont typeface="Wingdings" charset="2"/>
              <a:buChar char=""/>
              <a:defRPr lang="fr-FR" sz="1800" b="0" u="none" strike="noStrike">
                <a:solidFill>
                  <a:srgbClr val="000000"/>
                </a:solidFill>
                <a:effectLst/>
                <a:uFillTx/>
                <a:latin typeface="Arial"/>
              </a:defRPr>
            </a:lvl5pPr>
            <a:lvl6pPr lvl="5" algn="l">
              <a:lnSpc>
                <a:spcPct val="100000"/>
              </a:lnSpc>
              <a:buClr>
                <a:srgbClr val="000000"/>
              </a:buClr>
              <a:buSzPct val="45000"/>
              <a:buFont typeface="Wingdings" charset="2"/>
              <a:buChar char=""/>
              <a:defRPr lang="fr-FR" sz="1800" b="0" u="none" strike="noStrike">
                <a:solidFill>
                  <a:srgbClr val="000000"/>
                </a:solidFill>
                <a:effectLst/>
                <a:uFillTx/>
                <a:latin typeface="Arial"/>
              </a:defRPr>
            </a:lvl6pPr>
            <a:lvl7pPr lvl="6" algn="l">
              <a:lnSpc>
                <a:spcPct val="100000"/>
              </a:lnSpc>
              <a:buClr>
                <a:srgbClr val="000000"/>
              </a:buClr>
              <a:buSzPct val="45000"/>
              <a:buFont typeface="Wingdings" charset="2"/>
              <a:buChar char=""/>
              <a:defRPr lang="fr-FR" sz="1800" b="0" u="none" strike="noStrike">
                <a:solidFill>
                  <a:srgbClr val="000000"/>
                </a:solidFill>
                <a:effectLst/>
                <a:uFillTx/>
                <a:latin typeface="Arial"/>
              </a:defRPr>
            </a:lvl7pPr>
          </a:lstStyle>
          <a:p>
            <a:pPr marL="432000" indent="-324000" algn="l">
              <a:lnSpc>
                <a:spcPct val="100000"/>
              </a:lnSpc>
              <a:buClr>
                <a:srgbClr val="000000"/>
              </a:buClr>
              <a:buFont typeface="Wingdings" charset="2"/>
              <a:buChar char=""/>
            </a:pPr>
            <a:r>
              <a:rPr lang="fr-FR" sz="1800" b="0" u="none" strike="noStrike">
                <a:solidFill>
                  <a:srgbClr val="000000"/>
                </a:solidFill>
                <a:effectLst/>
                <a:uFillTx/>
                <a:latin typeface="Arial"/>
              </a:rPr>
              <a:t>Cliquez pour éditer le format du plan de </a:t>
            </a:r>
            <a:r>
              <a:rPr lang="fr-FR" sz="1800" b="0" u="none" strike="noStrike">
                <a:solidFill>
                  <a:srgbClr val="000000"/>
                </a:solidFill>
                <a:effectLst/>
                <a:uFillTx/>
                <a:latin typeface="Arial"/>
              </a:rPr>
              <a:t>texte</a:t>
            </a:r>
            <a:endParaRPr lang="fr-FR" sz="1800" b="0" u="none" strike="noStrike">
              <a:solidFill>
                <a:srgbClr val="000000"/>
              </a:solidFill>
              <a:effectLst/>
              <a:uFillTx/>
              <a:latin typeface="Arial"/>
            </a:endParaRPr>
          </a:p>
          <a:p>
            <a:pPr marL="864000" lvl="1" indent="-324000" algn="l">
              <a:lnSpc>
                <a:spcPct val="100000"/>
              </a:lnSpc>
              <a:buClr>
                <a:srgbClr val="000000"/>
              </a:buClr>
              <a:buSzPct val="75000"/>
              <a:buFont typeface="Symbol" charset="2"/>
              <a:buChar char=""/>
            </a:pPr>
            <a:r>
              <a:rPr lang="fr-FR" sz="1800" b="0" u="none" strike="noStrike">
                <a:solidFill>
                  <a:srgbClr val="000000"/>
                </a:solidFill>
                <a:effectLst/>
                <a:uFillTx/>
                <a:latin typeface="Arial"/>
              </a:rPr>
              <a:t>Second niveau de plan</a:t>
            </a:r>
            <a:endParaRPr lang="fr-FR" sz="1800" b="0" u="none" strike="noStrike">
              <a:solidFill>
                <a:srgbClr val="000000"/>
              </a:solidFill>
              <a:effectLst/>
              <a:uFillTx/>
              <a:latin typeface="Arial"/>
            </a:endParaRPr>
          </a:p>
          <a:p>
            <a:pPr marL="1296000" lvl="2" indent="-288000" algn="l">
              <a:lnSpc>
                <a:spcPct val="100000"/>
              </a:lnSpc>
              <a:buClr>
                <a:srgbClr val="000000"/>
              </a:buClr>
              <a:buSzPct val="45000"/>
              <a:buFont typeface="Wingdings" charset="2"/>
              <a:buChar char=""/>
            </a:pPr>
            <a:r>
              <a:rPr lang="fr-FR" sz="1800" b="0" u="none" strike="noStrike">
                <a:solidFill>
                  <a:srgbClr val="000000"/>
                </a:solidFill>
                <a:effectLst/>
                <a:uFillTx/>
                <a:latin typeface="Arial"/>
              </a:rPr>
              <a:t>Troisième niveau de plan</a:t>
            </a:r>
            <a:endParaRPr lang="fr-FR" sz="1800" b="0" u="none" strike="noStrike">
              <a:solidFill>
                <a:srgbClr val="000000"/>
              </a:solidFill>
              <a:effectLst/>
              <a:uFillTx/>
              <a:latin typeface="Arial"/>
            </a:endParaRPr>
          </a:p>
          <a:p>
            <a:pPr marL="1728000" lvl="3" indent="-216000" algn="l">
              <a:lnSpc>
                <a:spcPct val="100000"/>
              </a:lnSpc>
              <a:buClr>
                <a:srgbClr val="000000"/>
              </a:buClr>
              <a:buSzPct val="75000"/>
              <a:buFont typeface="Symbol" charset="2"/>
              <a:buChar char=""/>
            </a:pPr>
            <a:r>
              <a:rPr lang="fr-FR" sz="1800" b="0" u="none" strike="noStrike">
                <a:solidFill>
                  <a:srgbClr val="000000"/>
                </a:solidFill>
                <a:effectLst/>
                <a:uFillTx/>
                <a:latin typeface="Arial"/>
              </a:rPr>
              <a:t>Quatrième niveau de plan</a:t>
            </a:r>
            <a:endParaRPr lang="fr-FR" sz="1800" b="0" u="none" strike="noStrike">
              <a:solidFill>
                <a:srgbClr val="000000"/>
              </a:solidFill>
              <a:effectLst/>
              <a:uFillTx/>
              <a:latin typeface="Arial"/>
            </a:endParaRPr>
          </a:p>
          <a:p>
            <a:pPr marL="2160000" lvl="4" indent="-216000" algn="l">
              <a:lnSpc>
                <a:spcPct val="100000"/>
              </a:lnSpc>
              <a:buClr>
                <a:srgbClr val="000000"/>
              </a:buClr>
              <a:buSzPct val="45000"/>
              <a:buFont typeface="Wingdings" charset="2"/>
              <a:buChar char=""/>
            </a:pPr>
            <a:r>
              <a:rPr lang="fr-FR" sz="1800" b="0" u="none" strike="noStrike">
                <a:solidFill>
                  <a:srgbClr val="000000"/>
                </a:solidFill>
                <a:effectLst/>
                <a:uFillTx/>
                <a:latin typeface="Arial"/>
              </a:rPr>
              <a:t>Cinquième niveau de </a:t>
            </a:r>
            <a:r>
              <a:rPr lang="fr-FR" sz="1800" b="0" u="none" strike="noStrike">
                <a:solidFill>
                  <a:srgbClr val="000000"/>
                </a:solidFill>
                <a:effectLst/>
                <a:uFillTx/>
                <a:latin typeface="Arial"/>
              </a:rPr>
              <a:t>plan</a:t>
            </a:r>
            <a:endParaRPr lang="fr-FR" sz="1800" b="0" u="none" strike="noStrike">
              <a:solidFill>
                <a:srgbClr val="000000"/>
              </a:solidFill>
              <a:effectLst/>
              <a:uFillTx/>
              <a:latin typeface="Arial"/>
            </a:endParaRPr>
          </a:p>
          <a:p>
            <a:pPr marL="2592000" lvl="5" indent="-216000" algn="l">
              <a:lnSpc>
                <a:spcPct val="100000"/>
              </a:lnSpc>
              <a:buClr>
                <a:srgbClr val="000000"/>
              </a:buClr>
              <a:buSzPct val="45000"/>
              <a:buFont typeface="Wingdings" charset="2"/>
              <a:buChar char=""/>
            </a:pPr>
            <a:r>
              <a:rPr lang="fr-FR" sz="1800" b="0" u="none" strike="noStrike">
                <a:solidFill>
                  <a:srgbClr val="000000"/>
                </a:solidFill>
                <a:effectLst/>
                <a:uFillTx/>
                <a:latin typeface="Arial"/>
              </a:rPr>
              <a:t>Sixième niveau </a:t>
            </a:r>
            <a:r>
              <a:rPr lang="fr-FR" sz="1800" b="0" u="none" strike="noStrike">
                <a:solidFill>
                  <a:srgbClr val="000000"/>
                </a:solidFill>
                <a:effectLst/>
                <a:uFillTx/>
                <a:latin typeface="Arial"/>
              </a:rPr>
              <a:t>de plan</a:t>
            </a:r>
            <a:endParaRPr lang="fr-FR" sz="1800" b="0" u="none" strike="noStrike">
              <a:solidFill>
                <a:srgbClr val="000000"/>
              </a:solidFill>
              <a:effectLst/>
              <a:uFillTx/>
              <a:latin typeface="Arial"/>
            </a:endParaRPr>
          </a:p>
          <a:p>
            <a:pPr marL="3024000" lvl="6" indent="-216000" algn="l">
              <a:lnSpc>
                <a:spcPct val="100000"/>
              </a:lnSpc>
              <a:buClr>
                <a:srgbClr val="000000"/>
              </a:buClr>
              <a:buSzPct val="45000"/>
              <a:buFont typeface="Wingdings" charset="2"/>
              <a:buChar char=""/>
            </a:pPr>
            <a:r>
              <a:rPr lang="fr-FR" sz="1800" b="0" u="none" strike="noStrike">
                <a:solidFill>
                  <a:srgbClr val="000000"/>
                </a:solidFill>
                <a:effectLst/>
                <a:uFillTx/>
                <a:latin typeface="Arial"/>
              </a:rPr>
              <a:t>Septième </a:t>
            </a:r>
            <a:r>
              <a:rPr lang="fr-FR" sz="1800" b="0" u="none" strike="noStrike">
                <a:solidFill>
                  <a:srgbClr val="000000"/>
                </a:solidFill>
                <a:effectLst/>
                <a:uFillTx/>
                <a:latin typeface="Arial"/>
              </a:rPr>
              <a:t>niveau de </a:t>
            </a:r>
            <a:r>
              <a:rPr lang="fr-FR" sz="1800" b="0" u="none" strike="noStrike">
                <a:solidFill>
                  <a:srgbClr val="000000"/>
                </a:solidFill>
                <a:effectLst/>
                <a:uFillTx/>
                <a:latin typeface="Arial"/>
              </a:rPr>
              <a:t>plan</a:t>
            </a:r>
            <a:endParaRPr lang="fr-FR" sz="18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Standard">
    <p:bg>
      <p:bgPr>
        <a:solidFill>
          <a:srgbClr val="FFFFFF"/>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496800"/>
            <a:ext cx="8227800" cy="274680"/>
          </a:xfrm>
          <a:prstGeom prst="rect">
            <a:avLst/>
          </a:prstGeom>
          <a:noFill/>
          <a:ln w="0">
            <a:noFill/>
          </a:ln>
        </p:spPr>
        <p:txBody>
          <a:bodyPr lIns="0" tIns="0" rIns="0" bIns="0" anchor="ctr">
            <a:spAutoFit/>
          </a:bodyPr>
          <a:lstStyle>
            <a:lvl1pPr indent="0" algn="l">
              <a:lnSpc>
                <a:spcPct val="100000"/>
              </a:lnSpc>
              <a:buNone/>
              <a:tabLst>
                <a:tab pos="0" algn="l"/>
              </a:tabLst>
              <a:defRPr lang="fr-FR" sz="1800" b="0" u="none" strike="noStrike">
                <a:solidFill>
                  <a:srgbClr val="000000"/>
                </a:solidFill>
                <a:effectLst/>
                <a:uFillTx/>
                <a:latin typeface="Arial"/>
              </a:defRPr>
            </a:lvl1pPr>
          </a:lstStyle>
          <a:p>
            <a:pPr indent="0" algn="l">
              <a:lnSpc>
                <a:spcPct val="100000"/>
              </a:lnSpc>
              <a:buNone/>
              <a:tabLst>
                <a:tab pos="0" algn="l"/>
              </a:tabLst>
            </a:pPr>
            <a:r>
              <a:rPr lang="fr-FR" sz="1800" b="0" u="none" strike="noStrike">
                <a:solidFill>
                  <a:srgbClr val="000000"/>
                </a:solidFill>
                <a:effectLst/>
                <a:uFillTx/>
                <a:latin typeface="Arial"/>
              </a:rPr>
              <a:t>Cliquez pour éditer le format du texte-titre</a:t>
            </a:r>
            <a:endParaRPr lang="fr-FR" sz="1800" b="0" u="none" strike="noStrike">
              <a:solidFill>
                <a:srgbClr val="000000"/>
              </a:solidFill>
              <a:effectLst/>
              <a:uFillTx/>
              <a:latin typeface="Arial"/>
            </a:endParaRPr>
          </a:p>
        </p:txBody>
      </p:sp>
      <p:sp>
        <p:nvSpPr>
          <p:cNvPr id="5" name="PlaceHolder 2"/>
          <p:cNvSpPr>
            <a:spLocks noGrp="1"/>
          </p:cNvSpPr>
          <p:nvPr>
            <p:ph type="body"/>
          </p:nvPr>
        </p:nvSpPr>
        <p:spPr>
          <a:xfrm>
            <a:off x="457200" y="1203480"/>
            <a:ext cx="4014360" cy="2981520"/>
          </a:xfrm>
          <a:prstGeom prst="rect">
            <a:avLst/>
          </a:prstGeom>
          <a:noFill/>
          <a:ln w="0">
            <a:noFill/>
          </a:ln>
        </p:spPr>
        <p:txBody>
          <a:bodyPr lIns="0" tIns="0" rIns="0" bIns="0" anchor="t">
            <a:normAutofit fontScale="85000" lnSpcReduction="9999"/>
          </a:bodyPr>
          <a:lstStyle>
            <a:lvl1pPr algn="l">
              <a:lnSpc>
                <a:spcPct val="100000"/>
              </a:lnSpc>
              <a:buClr>
                <a:srgbClr val="000000"/>
              </a:buClr>
              <a:buFont typeface="Wingdings" charset="2"/>
              <a:buChar char=""/>
              <a:defRPr lang="fr-FR" sz="1800" b="0" u="none" strike="noStrike">
                <a:solidFill>
                  <a:srgbClr val="000000"/>
                </a:solidFill>
                <a:effectLst/>
                <a:uFillTx/>
                <a:latin typeface="Arial"/>
              </a:defRPr>
            </a:lvl1pPr>
            <a:lvl2pPr lvl="1" algn="l">
              <a:lnSpc>
                <a:spcPct val="100000"/>
              </a:lnSpc>
              <a:buClr>
                <a:srgbClr val="000000"/>
              </a:buClr>
              <a:buSzPct val="75000"/>
              <a:buFont typeface="Symbol" charset="2"/>
              <a:buChar char=""/>
              <a:defRPr lang="fr-FR" sz="1800" b="0" u="none" strike="noStrike">
                <a:solidFill>
                  <a:srgbClr val="000000"/>
                </a:solidFill>
                <a:effectLst/>
                <a:uFillTx/>
                <a:latin typeface="Arial"/>
              </a:defRPr>
            </a:lvl2pPr>
            <a:lvl3pPr lvl="2" algn="l">
              <a:lnSpc>
                <a:spcPct val="100000"/>
              </a:lnSpc>
              <a:buClr>
                <a:srgbClr val="000000"/>
              </a:buClr>
              <a:buSzPct val="45000"/>
              <a:buFont typeface="Wingdings" charset="2"/>
              <a:buChar char=""/>
              <a:defRPr lang="fr-FR" sz="1800" b="0" u="none" strike="noStrike">
                <a:solidFill>
                  <a:srgbClr val="000000"/>
                </a:solidFill>
                <a:effectLst/>
                <a:uFillTx/>
                <a:latin typeface="Arial"/>
              </a:defRPr>
            </a:lvl3pPr>
            <a:lvl4pPr lvl="3" algn="l">
              <a:lnSpc>
                <a:spcPct val="100000"/>
              </a:lnSpc>
              <a:buClr>
                <a:srgbClr val="000000"/>
              </a:buClr>
              <a:buSzPct val="75000"/>
              <a:buFont typeface="Symbol" charset="2"/>
              <a:buChar char=""/>
              <a:defRPr lang="fr-FR" sz="1800" b="0" u="none" strike="noStrike">
                <a:solidFill>
                  <a:srgbClr val="000000"/>
                </a:solidFill>
                <a:effectLst/>
                <a:uFillTx/>
                <a:latin typeface="Arial"/>
              </a:defRPr>
            </a:lvl4pPr>
            <a:lvl5pPr lvl="4" algn="l">
              <a:lnSpc>
                <a:spcPct val="100000"/>
              </a:lnSpc>
              <a:buClr>
                <a:srgbClr val="000000"/>
              </a:buClr>
              <a:buSzPct val="45000"/>
              <a:buFont typeface="Wingdings" charset="2"/>
              <a:buChar char=""/>
              <a:defRPr lang="fr-FR" sz="1800" b="0" u="none" strike="noStrike">
                <a:solidFill>
                  <a:srgbClr val="000000"/>
                </a:solidFill>
                <a:effectLst/>
                <a:uFillTx/>
                <a:latin typeface="Arial"/>
              </a:defRPr>
            </a:lvl5pPr>
            <a:lvl6pPr lvl="5" algn="l">
              <a:lnSpc>
                <a:spcPct val="100000"/>
              </a:lnSpc>
              <a:buClr>
                <a:srgbClr val="000000"/>
              </a:buClr>
              <a:buSzPct val="45000"/>
              <a:buFont typeface="Wingdings" charset="2"/>
              <a:buChar char=""/>
              <a:defRPr lang="fr-FR" sz="1800" b="0" u="none" strike="noStrike">
                <a:solidFill>
                  <a:srgbClr val="000000"/>
                </a:solidFill>
                <a:effectLst/>
                <a:uFillTx/>
                <a:latin typeface="Arial"/>
              </a:defRPr>
            </a:lvl6pPr>
            <a:lvl7pPr lvl="6" algn="l">
              <a:lnSpc>
                <a:spcPct val="100000"/>
              </a:lnSpc>
              <a:buClr>
                <a:srgbClr val="000000"/>
              </a:buClr>
              <a:buSzPct val="45000"/>
              <a:buFont typeface="Wingdings" charset="2"/>
              <a:buChar char=""/>
              <a:defRPr lang="fr-FR" sz="1800" b="0" u="none" strike="noStrike">
                <a:solidFill>
                  <a:srgbClr val="000000"/>
                </a:solidFill>
                <a:effectLst/>
                <a:uFillTx/>
                <a:latin typeface="Arial"/>
              </a:defRPr>
            </a:lvl7pPr>
          </a:lstStyle>
          <a:p>
            <a:pPr marL="432000" indent="-324000" algn="l">
              <a:lnSpc>
                <a:spcPct val="100000"/>
              </a:lnSpc>
              <a:buClr>
                <a:srgbClr val="000000"/>
              </a:buClr>
              <a:buFont typeface="Wingdings" charset="2"/>
              <a:buChar char=""/>
            </a:pPr>
            <a:r>
              <a:rPr lang="fr-FR" sz="1800" b="0" u="none" strike="noStrike">
                <a:solidFill>
                  <a:srgbClr val="000000"/>
                </a:solidFill>
                <a:effectLst/>
                <a:uFillTx/>
                <a:latin typeface="Arial"/>
              </a:rPr>
              <a:t>Cliquez pour éditer le format du plan de texte</a:t>
            </a:r>
            <a:endParaRPr lang="fr-FR" sz="1800" b="0" u="none" strike="noStrike">
              <a:solidFill>
                <a:srgbClr val="000000"/>
              </a:solidFill>
              <a:effectLst/>
              <a:uFillTx/>
              <a:latin typeface="Arial"/>
            </a:endParaRPr>
          </a:p>
          <a:p>
            <a:pPr marL="864000" lvl="1" indent="-324000" algn="l">
              <a:lnSpc>
                <a:spcPct val="100000"/>
              </a:lnSpc>
              <a:buClr>
                <a:srgbClr val="000000"/>
              </a:buClr>
              <a:buSzPct val="75000"/>
              <a:buFont typeface="Symbol" charset="2"/>
              <a:buChar char=""/>
            </a:pPr>
            <a:r>
              <a:rPr lang="fr-FR" sz="1800" b="0" u="none" strike="noStrike">
                <a:solidFill>
                  <a:srgbClr val="000000"/>
                </a:solidFill>
                <a:effectLst/>
                <a:uFillTx/>
                <a:latin typeface="Arial"/>
              </a:rPr>
              <a:t>Second niveau de plan</a:t>
            </a:r>
            <a:endParaRPr lang="fr-FR" sz="1800" b="0" u="none" strike="noStrike">
              <a:solidFill>
                <a:srgbClr val="000000"/>
              </a:solidFill>
              <a:effectLst/>
              <a:uFillTx/>
              <a:latin typeface="Arial"/>
            </a:endParaRPr>
          </a:p>
          <a:p>
            <a:pPr marL="1296000" lvl="2" indent="-288000" algn="l">
              <a:lnSpc>
                <a:spcPct val="100000"/>
              </a:lnSpc>
              <a:buClr>
                <a:srgbClr val="000000"/>
              </a:buClr>
              <a:buSzPct val="45000"/>
              <a:buFont typeface="Wingdings" charset="2"/>
              <a:buChar char=""/>
            </a:pPr>
            <a:r>
              <a:rPr lang="fr-FR" sz="1800" b="0" u="none" strike="noStrike">
                <a:solidFill>
                  <a:srgbClr val="000000"/>
                </a:solidFill>
                <a:effectLst/>
                <a:uFillTx/>
                <a:latin typeface="Arial"/>
              </a:rPr>
              <a:t>Troisième niveau de plan</a:t>
            </a:r>
            <a:endParaRPr lang="fr-FR" sz="1800" b="0" u="none" strike="noStrike">
              <a:solidFill>
                <a:srgbClr val="000000"/>
              </a:solidFill>
              <a:effectLst/>
              <a:uFillTx/>
              <a:latin typeface="Arial"/>
            </a:endParaRPr>
          </a:p>
          <a:p>
            <a:pPr marL="1728000" lvl="3" indent="-216000" algn="l">
              <a:lnSpc>
                <a:spcPct val="100000"/>
              </a:lnSpc>
              <a:buClr>
                <a:srgbClr val="000000"/>
              </a:buClr>
              <a:buSzPct val="75000"/>
              <a:buFont typeface="Symbol" charset="2"/>
              <a:buChar char=""/>
            </a:pPr>
            <a:r>
              <a:rPr lang="fr-FR" sz="1800" b="0" u="none" strike="noStrike">
                <a:solidFill>
                  <a:srgbClr val="000000"/>
                </a:solidFill>
                <a:effectLst/>
                <a:uFillTx/>
                <a:latin typeface="Arial"/>
              </a:rPr>
              <a:t>Quatrième niveau de plan</a:t>
            </a:r>
            <a:endParaRPr lang="fr-FR" sz="1800" b="0" u="none" strike="noStrike">
              <a:solidFill>
                <a:srgbClr val="000000"/>
              </a:solidFill>
              <a:effectLst/>
              <a:uFillTx/>
              <a:latin typeface="Arial"/>
            </a:endParaRPr>
          </a:p>
          <a:p>
            <a:pPr marL="2160000" lvl="4" indent="-216000" algn="l">
              <a:lnSpc>
                <a:spcPct val="100000"/>
              </a:lnSpc>
              <a:buClr>
                <a:srgbClr val="000000"/>
              </a:buClr>
              <a:buSzPct val="45000"/>
              <a:buFont typeface="Wingdings" charset="2"/>
              <a:buChar char=""/>
            </a:pPr>
            <a:r>
              <a:rPr lang="fr-FR" sz="1800" b="0" u="none" strike="noStrike">
                <a:solidFill>
                  <a:srgbClr val="000000"/>
                </a:solidFill>
                <a:effectLst/>
                <a:uFillTx/>
                <a:latin typeface="Arial"/>
              </a:rPr>
              <a:t>Cinquième niveau de plan</a:t>
            </a:r>
            <a:endParaRPr lang="fr-FR" sz="1800" b="0" u="none" strike="noStrike">
              <a:solidFill>
                <a:srgbClr val="000000"/>
              </a:solidFill>
              <a:effectLst/>
              <a:uFillTx/>
              <a:latin typeface="Arial"/>
            </a:endParaRPr>
          </a:p>
          <a:p>
            <a:pPr marL="2592000" lvl="5" indent="-216000" algn="l">
              <a:lnSpc>
                <a:spcPct val="100000"/>
              </a:lnSpc>
              <a:buClr>
                <a:srgbClr val="000000"/>
              </a:buClr>
              <a:buSzPct val="45000"/>
              <a:buFont typeface="Wingdings" charset="2"/>
              <a:buChar char=""/>
            </a:pPr>
            <a:r>
              <a:rPr lang="fr-FR" sz="1800" b="0" u="none" strike="noStrike">
                <a:solidFill>
                  <a:srgbClr val="000000"/>
                </a:solidFill>
                <a:effectLst/>
                <a:uFillTx/>
                <a:latin typeface="Arial"/>
              </a:rPr>
              <a:t>Sixième niveau de plan</a:t>
            </a:r>
            <a:endParaRPr lang="fr-FR" sz="1800" b="0" u="none" strike="noStrike">
              <a:solidFill>
                <a:srgbClr val="000000"/>
              </a:solidFill>
              <a:effectLst/>
              <a:uFillTx/>
              <a:latin typeface="Arial"/>
            </a:endParaRPr>
          </a:p>
          <a:p>
            <a:pPr marL="3024000" lvl="6" indent="-216000" algn="l">
              <a:lnSpc>
                <a:spcPct val="100000"/>
              </a:lnSpc>
              <a:buClr>
                <a:srgbClr val="000000"/>
              </a:buClr>
              <a:buSzPct val="45000"/>
              <a:buFont typeface="Wingdings" charset="2"/>
              <a:buChar char=""/>
            </a:pPr>
            <a:r>
              <a:rPr lang="fr-FR" sz="1800" b="0" u="none" strike="noStrike">
                <a:solidFill>
                  <a:srgbClr val="000000"/>
                </a:solidFill>
                <a:effectLst/>
                <a:uFillTx/>
                <a:latin typeface="Arial"/>
              </a:rPr>
              <a:t>Septième niveau de plan</a:t>
            </a:r>
            <a:endParaRPr lang="fr-FR" sz="1800" b="0" u="none" strike="noStrike">
              <a:solidFill>
                <a:srgbClr val="000000"/>
              </a:solidFill>
              <a:effectLst/>
              <a:uFillTx/>
              <a:latin typeface="Arial"/>
            </a:endParaRPr>
          </a:p>
        </p:txBody>
      </p:sp>
      <p:sp>
        <p:nvSpPr>
          <p:cNvPr id="6" name="PlaceHolder 3"/>
          <p:cNvSpPr>
            <a:spLocks noGrp="1"/>
          </p:cNvSpPr>
          <p:nvPr>
            <p:ph type="body"/>
          </p:nvPr>
        </p:nvSpPr>
        <p:spPr>
          <a:xfrm>
            <a:off x="4674240" y="1203480"/>
            <a:ext cx="4014360" cy="2981520"/>
          </a:xfrm>
          <a:prstGeom prst="rect">
            <a:avLst/>
          </a:prstGeom>
          <a:noFill/>
          <a:ln w="0">
            <a:noFill/>
          </a:ln>
        </p:spPr>
        <p:txBody>
          <a:bodyPr lIns="0" tIns="0" rIns="0" bIns="0" anchor="t">
            <a:normAutofit fontScale="85000" lnSpcReduction="9999"/>
          </a:bodyPr>
          <a:lstStyle>
            <a:lvl1pPr algn="l">
              <a:lnSpc>
                <a:spcPct val="100000"/>
              </a:lnSpc>
              <a:buClr>
                <a:srgbClr val="000000"/>
              </a:buClr>
              <a:buFont typeface="Wingdings" charset="2"/>
              <a:buChar char=""/>
              <a:defRPr lang="fr-FR" sz="1800" b="0" u="none" strike="noStrike">
                <a:solidFill>
                  <a:srgbClr val="000000"/>
                </a:solidFill>
                <a:effectLst/>
                <a:uFillTx/>
                <a:latin typeface="Arial"/>
              </a:defRPr>
            </a:lvl1pPr>
            <a:lvl2pPr lvl="1" algn="l">
              <a:lnSpc>
                <a:spcPct val="100000"/>
              </a:lnSpc>
              <a:buClr>
                <a:srgbClr val="000000"/>
              </a:buClr>
              <a:buSzPct val="75000"/>
              <a:buFont typeface="Symbol" charset="2"/>
              <a:buChar char=""/>
              <a:defRPr lang="fr-FR" sz="1800" b="0" u="none" strike="noStrike">
                <a:solidFill>
                  <a:srgbClr val="000000"/>
                </a:solidFill>
                <a:effectLst/>
                <a:uFillTx/>
                <a:latin typeface="Arial"/>
              </a:defRPr>
            </a:lvl2pPr>
            <a:lvl3pPr lvl="2" algn="l">
              <a:lnSpc>
                <a:spcPct val="100000"/>
              </a:lnSpc>
              <a:buClr>
                <a:srgbClr val="000000"/>
              </a:buClr>
              <a:buSzPct val="45000"/>
              <a:buFont typeface="Wingdings" charset="2"/>
              <a:buChar char=""/>
              <a:defRPr lang="fr-FR" sz="1800" b="0" u="none" strike="noStrike">
                <a:solidFill>
                  <a:srgbClr val="000000"/>
                </a:solidFill>
                <a:effectLst/>
                <a:uFillTx/>
                <a:latin typeface="Arial"/>
              </a:defRPr>
            </a:lvl3pPr>
            <a:lvl4pPr lvl="3" algn="l">
              <a:lnSpc>
                <a:spcPct val="100000"/>
              </a:lnSpc>
              <a:buClr>
                <a:srgbClr val="000000"/>
              </a:buClr>
              <a:buSzPct val="75000"/>
              <a:buFont typeface="Symbol" charset="2"/>
              <a:buChar char=""/>
              <a:defRPr lang="fr-FR" sz="1800" b="0" u="none" strike="noStrike">
                <a:solidFill>
                  <a:srgbClr val="000000"/>
                </a:solidFill>
                <a:effectLst/>
                <a:uFillTx/>
                <a:latin typeface="Arial"/>
              </a:defRPr>
            </a:lvl4pPr>
            <a:lvl5pPr lvl="4" algn="l">
              <a:lnSpc>
                <a:spcPct val="100000"/>
              </a:lnSpc>
              <a:buClr>
                <a:srgbClr val="000000"/>
              </a:buClr>
              <a:buSzPct val="45000"/>
              <a:buFont typeface="Wingdings" charset="2"/>
              <a:buChar char=""/>
              <a:defRPr lang="fr-FR" sz="1800" b="0" u="none" strike="noStrike">
                <a:solidFill>
                  <a:srgbClr val="000000"/>
                </a:solidFill>
                <a:effectLst/>
                <a:uFillTx/>
                <a:latin typeface="Arial"/>
              </a:defRPr>
            </a:lvl5pPr>
            <a:lvl6pPr lvl="5" algn="l">
              <a:lnSpc>
                <a:spcPct val="100000"/>
              </a:lnSpc>
              <a:buClr>
                <a:srgbClr val="000000"/>
              </a:buClr>
              <a:buSzPct val="45000"/>
              <a:buFont typeface="Wingdings" charset="2"/>
              <a:buChar char=""/>
              <a:defRPr lang="fr-FR" sz="1800" b="0" u="none" strike="noStrike">
                <a:solidFill>
                  <a:srgbClr val="000000"/>
                </a:solidFill>
                <a:effectLst/>
                <a:uFillTx/>
                <a:latin typeface="Arial"/>
              </a:defRPr>
            </a:lvl6pPr>
            <a:lvl7pPr lvl="6" algn="l">
              <a:lnSpc>
                <a:spcPct val="100000"/>
              </a:lnSpc>
              <a:buClr>
                <a:srgbClr val="000000"/>
              </a:buClr>
              <a:buSzPct val="45000"/>
              <a:buFont typeface="Wingdings" charset="2"/>
              <a:buChar char=""/>
              <a:defRPr lang="fr-FR" sz="1800" b="0" u="none" strike="noStrike">
                <a:solidFill>
                  <a:srgbClr val="000000"/>
                </a:solidFill>
                <a:effectLst/>
                <a:uFillTx/>
                <a:latin typeface="Arial"/>
              </a:defRPr>
            </a:lvl7pPr>
          </a:lstStyle>
          <a:p>
            <a:pPr indent="-324000" algn="l">
              <a:lnSpc>
                <a:spcPct val="100000"/>
              </a:lnSpc>
              <a:buClr>
                <a:srgbClr val="000000"/>
              </a:buClr>
              <a:buFont typeface="Wingdings" charset="2"/>
              <a:buChar char=""/>
            </a:pPr>
            <a:r>
              <a:rPr lang="fr-FR" sz="1800" b="0" u="none" strike="noStrike">
                <a:solidFill>
                  <a:srgbClr val="000000"/>
                </a:solidFill>
                <a:effectLst/>
                <a:uFillTx/>
                <a:latin typeface="Arial"/>
              </a:rPr>
              <a:t>Cliquez pour éditer le format du plan de texte</a:t>
            </a:r>
            <a:endParaRPr lang="fr-FR" sz="1800" b="0" u="none" strike="noStrike">
              <a:solidFill>
                <a:srgbClr val="000000"/>
              </a:solidFill>
              <a:effectLst/>
              <a:uFillTx/>
              <a:latin typeface="Arial"/>
            </a:endParaRPr>
          </a:p>
          <a:p>
            <a:pPr marL="864000" lvl="1" indent="-324000" algn="l">
              <a:lnSpc>
                <a:spcPct val="100000"/>
              </a:lnSpc>
              <a:buClr>
                <a:srgbClr val="000000"/>
              </a:buClr>
              <a:buSzPct val="75000"/>
              <a:buFont typeface="Symbol" charset="2"/>
              <a:buChar char=""/>
            </a:pPr>
            <a:r>
              <a:rPr lang="fr-FR" sz="1800" b="0" u="none" strike="noStrike">
                <a:solidFill>
                  <a:srgbClr val="000000"/>
                </a:solidFill>
                <a:effectLst/>
                <a:uFillTx/>
                <a:latin typeface="Arial"/>
              </a:rPr>
              <a:t>Second niveau de plan</a:t>
            </a:r>
            <a:endParaRPr lang="fr-FR" sz="1800" b="0" u="none" strike="noStrike">
              <a:solidFill>
                <a:srgbClr val="000000"/>
              </a:solidFill>
              <a:effectLst/>
              <a:uFillTx/>
              <a:latin typeface="Arial"/>
            </a:endParaRPr>
          </a:p>
          <a:p>
            <a:pPr marL="1296000" lvl="2" indent="-288000" algn="l">
              <a:lnSpc>
                <a:spcPct val="100000"/>
              </a:lnSpc>
              <a:buClr>
                <a:srgbClr val="000000"/>
              </a:buClr>
              <a:buSzPct val="45000"/>
              <a:buFont typeface="Wingdings" charset="2"/>
              <a:buChar char=""/>
            </a:pPr>
            <a:r>
              <a:rPr lang="fr-FR" sz="1800" b="0" u="none" strike="noStrike">
                <a:solidFill>
                  <a:srgbClr val="000000"/>
                </a:solidFill>
                <a:effectLst/>
                <a:uFillTx/>
                <a:latin typeface="Arial"/>
              </a:rPr>
              <a:t>Troisième niveau de plan</a:t>
            </a:r>
            <a:endParaRPr lang="fr-FR" sz="1800" b="0" u="none" strike="noStrike">
              <a:solidFill>
                <a:srgbClr val="000000"/>
              </a:solidFill>
              <a:effectLst/>
              <a:uFillTx/>
              <a:latin typeface="Arial"/>
            </a:endParaRPr>
          </a:p>
          <a:p>
            <a:pPr marL="1728000" lvl="3" indent="-216000" algn="l">
              <a:lnSpc>
                <a:spcPct val="100000"/>
              </a:lnSpc>
              <a:buClr>
                <a:srgbClr val="000000"/>
              </a:buClr>
              <a:buSzPct val="75000"/>
              <a:buFont typeface="Symbol" charset="2"/>
              <a:buChar char=""/>
            </a:pPr>
            <a:r>
              <a:rPr lang="fr-FR" sz="1800" b="0" u="none" strike="noStrike">
                <a:solidFill>
                  <a:srgbClr val="000000"/>
                </a:solidFill>
                <a:effectLst/>
                <a:uFillTx/>
                <a:latin typeface="Arial"/>
              </a:rPr>
              <a:t>Quatrième niveau de plan</a:t>
            </a:r>
            <a:endParaRPr lang="fr-FR" sz="1800" b="0" u="none" strike="noStrike">
              <a:solidFill>
                <a:srgbClr val="000000"/>
              </a:solidFill>
              <a:effectLst/>
              <a:uFillTx/>
              <a:latin typeface="Arial"/>
            </a:endParaRPr>
          </a:p>
          <a:p>
            <a:pPr marL="2160000" lvl="4" indent="-216000" algn="l">
              <a:lnSpc>
                <a:spcPct val="100000"/>
              </a:lnSpc>
              <a:buClr>
                <a:srgbClr val="000000"/>
              </a:buClr>
              <a:buSzPct val="45000"/>
              <a:buFont typeface="Wingdings" charset="2"/>
              <a:buChar char=""/>
            </a:pPr>
            <a:r>
              <a:rPr lang="fr-FR" sz="1800" b="0" u="none" strike="noStrike">
                <a:solidFill>
                  <a:srgbClr val="000000"/>
                </a:solidFill>
                <a:effectLst/>
                <a:uFillTx/>
                <a:latin typeface="Arial"/>
              </a:rPr>
              <a:t>Cinquième niveau de plan</a:t>
            </a:r>
            <a:endParaRPr lang="fr-FR" sz="1800" b="0" u="none" strike="noStrike">
              <a:solidFill>
                <a:srgbClr val="000000"/>
              </a:solidFill>
              <a:effectLst/>
              <a:uFillTx/>
              <a:latin typeface="Arial"/>
            </a:endParaRPr>
          </a:p>
          <a:p>
            <a:pPr marL="2592000" lvl="5" indent="-216000" algn="l">
              <a:lnSpc>
                <a:spcPct val="100000"/>
              </a:lnSpc>
              <a:buClr>
                <a:srgbClr val="000000"/>
              </a:buClr>
              <a:buSzPct val="45000"/>
              <a:buFont typeface="Wingdings" charset="2"/>
              <a:buChar char=""/>
            </a:pPr>
            <a:r>
              <a:rPr lang="fr-FR" sz="1800" b="0" u="none" strike="noStrike">
                <a:solidFill>
                  <a:srgbClr val="000000"/>
                </a:solidFill>
                <a:effectLst/>
                <a:uFillTx/>
                <a:latin typeface="Arial"/>
              </a:rPr>
              <a:t>Sixième niveau de plan</a:t>
            </a:r>
            <a:endParaRPr lang="fr-FR" sz="1800" b="0" u="none" strike="noStrike">
              <a:solidFill>
                <a:srgbClr val="000000"/>
              </a:solidFill>
              <a:effectLst/>
              <a:uFillTx/>
              <a:latin typeface="Arial"/>
            </a:endParaRPr>
          </a:p>
          <a:p>
            <a:pPr marL="3024000" lvl="6" indent="-216000" algn="l">
              <a:lnSpc>
                <a:spcPct val="100000"/>
              </a:lnSpc>
              <a:buClr>
                <a:srgbClr val="000000"/>
              </a:buClr>
              <a:buSzPct val="45000"/>
              <a:buFont typeface="Wingdings" charset="2"/>
              <a:buChar char=""/>
            </a:pPr>
            <a:r>
              <a:rPr lang="fr-FR" sz="1800" b="0" u="none" strike="noStrike">
                <a:solidFill>
                  <a:srgbClr val="000000"/>
                </a:solidFill>
                <a:effectLst/>
                <a:uFillTx/>
                <a:latin typeface="Arial"/>
              </a:rPr>
              <a:t>Septième niveau de plan</a:t>
            </a:r>
            <a:endParaRPr lang="fr-FR" sz="1800" b="0" u="none" strike="noStrik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Standard 1">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496800"/>
            <a:ext cx="8227800" cy="274680"/>
          </a:xfrm>
          <a:prstGeom prst="rect">
            <a:avLst/>
          </a:prstGeom>
          <a:noFill/>
          <a:ln w="0">
            <a:noFill/>
          </a:ln>
        </p:spPr>
        <p:txBody>
          <a:bodyPr lIns="0" tIns="0" rIns="0" bIns="0" anchor="ctr">
            <a:spAutoFit/>
          </a:bodyPr>
          <a:lstStyle>
            <a:lvl1pPr indent="0" algn="l">
              <a:lnSpc>
                <a:spcPct val="100000"/>
              </a:lnSpc>
              <a:buNone/>
              <a:tabLst>
                <a:tab pos="0" algn="l"/>
              </a:tabLst>
              <a:defRPr lang="fr-FR" sz="1800" b="0" u="none" strike="noStrike">
                <a:solidFill>
                  <a:srgbClr val="000000"/>
                </a:solidFill>
                <a:effectLst/>
                <a:uFillTx/>
                <a:latin typeface="Arial"/>
              </a:defRPr>
            </a:lvl1pPr>
          </a:lstStyle>
          <a:p>
            <a:pPr indent="0" algn="l">
              <a:lnSpc>
                <a:spcPct val="100000"/>
              </a:lnSpc>
              <a:buNone/>
              <a:tabLst>
                <a:tab pos="0" algn="l"/>
              </a:tabLst>
            </a:pPr>
            <a:r>
              <a:rPr lang="fr-FR" sz="1800" b="0" u="none" strike="noStrike">
                <a:solidFill>
                  <a:srgbClr val="000000"/>
                </a:solidFill>
                <a:effectLst/>
                <a:uFillTx/>
                <a:latin typeface="Arial"/>
              </a:rPr>
              <a:t>Cliquez pour éditer le format du texte-titre</a:t>
            </a:r>
            <a:endParaRPr lang="fr-FR" sz="1800" b="0" u="none" strike="noStrike">
              <a:solidFill>
                <a:srgbClr val="000000"/>
              </a:solidFill>
              <a:effectLst/>
              <a:uFillTx/>
              <a:latin typeface="Arial"/>
            </a:endParaRPr>
          </a:p>
        </p:txBody>
      </p:sp>
      <p:sp>
        <p:nvSpPr>
          <p:cNvPr id="8" name="PlaceHolder 2"/>
          <p:cNvSpPr>
            <a:spLocks noGrp="1"/>
          </p:cNvSpPr>
          <p:nvPr>
            <p:ph type="body"/>
          </p:nvPr>
        </p:nvSpPr>
        <p:spPr>
          <a:xfrm>
            <a:off x="457200" y="1203480"/>
            <a:ext cx="8228160" cy="2981880"/>
          </a:xfrm>
          <a:prstGeom prst="rect">
            <a:avLst/>
          </a:prstGeom>
          <a:noFill/>
          <a:ln w="0">
            <a:noFill/>
          </a:ln>
        </p:spPr>
        <p:txBody>
          <a:bodyPr lIns="0" tIns="0" rIns="0" bIns="0" anchor="t">
            <a:normAutofit lnSpcReduction="9999"/>
          </a:bodyPr>
          <a:lstStyle>
            <a:lvl1pPr algn="l">
              <a:lnSpc>
                <a:spcPct val="100000"/>
              </a:lnSpc>
              <a:buClr>
                <a:srgbClr val="000000"/>
              </a:buClr>
              <a:buFont typeface="Wingdings" charset="2"/>
              <a:buChar char=""/>
              <a:defRPr lang="fr-FR" sz="3200" b="0" u="none" strike="noStrike">
                <a:solidFill>
                  <a:srgbClr val="000000"/>
                </a:solidFill>
                <a:effectLst/>
                <a:uFillTx/>
                <a:latin typeface="Arial"/>
              </a:defRPr>
            </a:lvl1pPr>
            <a:lvl2pPr lvl="1" algn="l">
              <a:lnSpc>
                <a:spcPct val="100000"/>
              </a:lnSpc>
              <a:buClr>
                <a:srgbClr val="000000"/>
              </a:buClr>
              <a:buSzPct val="75000"/>
              <a:buFont typeface="Symbol" charset="2"/>
              <a:buChar char=""/>
              <a:defRPr lang="fr-FR" sz="2800" b="0" u="none" strike="noStrike">
                <a:solidFill>
                  <a:srgbClr val="000000"/>
                </a:solidFill>
                <a:effectLst/>
                <a:uFillTx/>
                <a:latin typeface="Arial"/>
              </a:defRPr>
            </a:lvl2pPr>
            <a:lvl3pPr lvl="2" algn="l">
              <a:lnSpc>
                <a:spcPct val="100000"/>
              </a:lnSpc>
              <a:buClr>
                <a:srgbClr val="000000"/>
              </a:buClr>
              <a:buSzPct val="45000"/>
              <a:buFont typeface="Wingdings" charset="2"/>
              <a:buChar char=""/>
              <a:defRPr lang="fr-FR" sz="2400" b="0" u="none" strike="noStrike">
                <a:solidFill>
                  <a:srgbClr val="000000"/>
                </a:solidFill>
                <a:effectLst/>
                <a:uFillTx/>
                <a:latin typeface="Arial"/>
              </a:defRPr>
            </a:lvl3pPr>
            <a:lvl4pPr lvl="3" algn="l">
              <a:lnSpc>
                <a:spcPct val="100000"/>
              </a:lnSpc>
              <a:buClr>
                <a:srgbClr val="000000"/>
              </a:buClr>
              <a:buSzPct val="75000"/>
              <a:buFont typeface="Symbol" charset="2"/>
              <a:buChar char=""/>
              <a:defRPr lang="fr-FR" sz="2000" b="0" u="none" strike="noStrike">
                <a:solidFill>
                  <a:srgbClr val="000000"/>
                </a:solidFill>
                <a:effectLst/>
                <a:uFillTx/>
                <a:latin typeface="Arial"/>
              </a:defRPr>
            </a:lvl4pPr>
            <a:lvl5pPr lvl="4" algn="l">
              <a:lnSpc>
                <a:spcPct val="100000"/>
              </a:lnSpc>
              <a:buClr>
                <a:srgbClr val="000000"/>
              </a:buClr>
              <a:buSzPct val="45000"/>
              <a:buFont typeface="Wingdings" charset="2"/>
              <a:buChar char=""/>
              <a:defRPr lang="fr-FR" sz="2000" b="0" u="none" strike="noStrike">
                <a:solidFill>
                  <a:srgbClr val="000000"/>
                </a:solidFill>
                <a:effectLst/>
                <a:uFillTx/>
                <a:latin typeface="Arial"/>
              </a:defRPr>
            </a:lvl5pPr>
            <a:lvl6pPr lvl="5" algn="l">
              <a:lnSpc>
                <a:spcPct val="100000"/>
              </a:lnSpc>
              <a:buClr>
                <a:srgbClr val="000000"/>
              </a:buClr>
              <a:buSzPct val="45000"/>
              <a:buFont typeface="Wingdings" charset="2"/>
              <a:buChar char=""/>
              <a:defRPr lang="fr-FR" sz="2000" b="0" u="none" strike="noStrike">
                <a:solidFill>
                  <a:srgbClr val="000000"/>
                </a:solidFill>
                <a:effectLst/>
                <a:uFillTx/>
                <a:latin typeface="Arial"/>
              </a:defRPr>
            </a:lvl6pPr>
            <a:lvl7pPr lvl="6" algn="l">
              <a:lnSpc>
                <a:spcPct val="100000"/>
              </a:lnSpc>
              <a:buClr>
                <a:srgbClr val="000000"/>
              </a:buClr>
              <a:buSzPct val="45000"/>
              <a:buFont typeface="Wingdings" charset="2"/>
              <a:buChar char=""/>
              <a:defRPr lang="fr-FR" sz="2000" b="0" u="none" strike="noStrike">
                <a:solidFill>
                  <a:srgbClr val="000000"/>
                </a:solidFill>
                <a:effectLst/>
                <a:uFillTx/>
                <a:latin typeface="Arial"/>
              </a:defRPr>
            </a:lvl7pPr>
          </a:lstStyle>
          <a:p>
            <a:pPr marL="432000" indent="-324000" algn="l">
              <a:lnSpc>
                <a:spcPct val="100000"/>
              </a:lnSpc>
              <a:buClr>
                <a:srgbClr val="000000"/>
              </a:buClr>
              <a:buFont typeface="Wingdings" charset="2"/>
              <a:buChar char=""/>
            </a:pPr>
            <a:r>
              <a:rPr lang="fr-FR" sz="3200" b="0" u="none" strike="noStrike">
                <a:solidFill>
                  <a:srgbClr val="000000"/>
                </a:solidFill>
                <a:effectLst/>
                <a:uFillTx/>
                <a:latin typeface="Arial"/>
              </a:rPr>
              <a:t>Cliquez pour éditer le format du plan de texte</a:t>
            </a:r>
            <a:endParaRPr lang="fr-FR" sz="3200" b="0" u="none" strike="noStrike">
              <a:solidFill>
                <a:srgbClr val="000000"/>
              </a:solidFill>
              <a:effectLst/>
              <a:uFillTx/>
              <a:latin typeface="Arial"/>
            </a:endParaRPr>
          </a:p>
          <a:p>
            <a:pPr marL="864000" lvl="1" indent="-324000" algn="l">
              <a:lnSpc>
                <a:spcPct val="100000"/>
              </a:lnSpc>
              <a:buClr>
                <a:srgbClr val="000000"/>
              </a:buClr>
              <a:buSzPct val="75000"/>
              <a:buFont typeface="Symbol" charset="2"/>
              <a:buChar char=""/>
            </a:pPr>
            <a:r>
              <a:rPr lang="fr-FR" sz="2800" b="0" u="none" strike="noStrike">
                <a:solidFill>
                  <a:srgbClr val="000000"/>
                </a:solidFill>
                <a:effectLst/>
                <a:uFillTx/>
                <a:latin typeface="Arial"/>
              </a:rPr>
              <a:t>Second niveau de plan</a:t>
            </a:r>
            <a:endParaRPr lang="fr-FR" sz="2800" b="0" u="none" strike="noStrike">
              <a:solidFill>
                <a:srgbClr val="000000"/>
              </a:solidFill>
              <a:effectLst/>
              <a:uFillTx/>
              <a:latin typeface="Arial"/>
            </a:endParaRPr>
          </a:p>
          <a:p>
            <a:pPr marL="1296000" lvl="2" indent="-288000" algn="l">
              <a:lnSpc>
                <a:spcPct val="100000"/>
              </a:lnSpc>
              <a:buClr>
                <a:srgbClr val="000000"/>
              </a:buClr>
              <a:buSzPct val="45000"/>
              <a:buFont typeface="Wingdings" charset="2"/>
              <a:buChar char=""/>
            </a:pPr>
            <a:r>
              <a:rPr lang="fr-FR" sz="2400" b="0" u="none" strike="noStrike">
                <a:solidFill>
                  <a:srgbClr val="000000"/>
                </a:solidFill>
                <a:effectLst/>
                <a:uFillTx/>
                <a:latin typeface="Arial"/>
              </a:rPr>
              <a:t>Troisième niveau de plan</a:t>
            </a:r>
            <a:endParaRPr lang="fr-FR" sz="2400" b="0" u="none" strike="noStrike">
              <a:solidFill>
                <a:srgbClr val="000000"/>
              </a:solidFill>
              <a:effectLst/>
              <a:uFillTx/>
              <a:latin typeface="Arial"/>
            </a:endParaRPr>
          </a:p>
          <a:p>
            <a:pPr marL="1728000" lvl="3" indent="-216000" algn="l">
              <a:lnSpc>
                <a:spcPct val="100000"/>
              </a:lnSpc>
              <a:buClr>
                <a:srgbClr val="000000"/>
              </a:buClr>
              <a:buSzPct val="75000"/>
              <a:buFont typeface="Symbol" charset="2"/>
              <a:buChar char=""/>
            </a:pPr>
            <a:r>
              <a:rPr lang="fr-FR" sz="2000" b="0" u="none" strike="noStrike">
                <a:solidFill>
                  <a:srgbClr val="000000"/>
                </a:solidFill>
                <a:effectLst/>
                <a:uFillTx/>
                <a:latin typeface="Arial"/>
              </a:rPr>
              <a:t>Quatrième niveau de plan</a:t>
            </a:r>
            <a:endParaRPr lang="fr-FR" sz="2000" b="0" u="none" strike="noStrike">
              <a:solidFill>
                <a:srgbClr val="000000"/>
              </a:solidFill>
              <a:effectLst/>
              <a:uFillTx/>
              <a:latin typeface="Arial"/>
            </a:endParaRPr>
          </a:p>
          <a:p>
            <a:pPr marL="2160000" lvl="4" indent="-216000" algn="l">
              <a:lnSpc>
                <a:spcPct val="100000"/>
              </a:lnSpc>
              <a:buClr>
                <a:srgbClr val="000000"/>
              </a:buClr>
              <a:buSzPct val="45000"/>
              <a:buFont typeface="Wingdings" charset="2"/>
              <a:buChar char=""/>
            </a:pPr>
            <a:r>
              <a:rPr lang="fr-FR" sz="2000" b="0" u="none" strike="noStrike">
                <a:solidFill>
                  <a:srgbClr val="000000"/>
                </a:solidFill>
                <a:effectLst/>
                <a:uFillTx/>
                <a:latin typeface="Arial"/>
              </a:rPr>
              <a:t>Cinquième niveau de plan</a:t>
            </a:r>
            <a:endParaRPr lang="fr-FR" sz="2000" b="0" u="none" strike="noStrike">
              <a:solidFill>
                <a:srgbClr val="000000"/>
              </a:solidFill>
              <a:effectLst/>
              <a:uFillTx/>
              <a:latin typeface="Arial"/>
            </a:endParaRPr>
          </a:p>
          <a:p>
            <a:pPr marL="2592000" lvl="5" indent="-216000" algn="l">
              <a:lnSpc>
                <a:spcPct val="100000"/>
              </a:lnSpc>
              <a:buClr>
                <a:srgbClr val="000000"/>
              </a:buClr>
              <a:buSzPct val="45000"/>
              <a:buFont typeface="Wingdings" charset="2"/>
              <a:buChar char=""/>
            </a:pPr>
            <a:r>
              <a:rPr lang="fr-FR" sz="2000" b="0" u="none" strike="noStrike">
                <a:solidFill>
                  <a:srgbClr val="000000"/>
                </a:solidFill>
                <a:effectLst/>
                <a:uFillTx/>
                <a:latin typeface="Arial"/>
              </a:rPr>
              <a:t>Sixième niveau de plan</a:t>
            </a:r>
            <a:endParaRPr lang="fr-FR" sz="2000" b="0" u="none" strike="noStrike">
              <a:solidFill>
                <a:srgbClr val="000000"/>
              </a:solidFill>
              <a:effectLst/>
              <a:uFillTx/>
              <a:latin typeface="Arial"/>
            </a:endParaRPr>
          </a:p>
          <a:p>
            <a:pPr marL="3024000" lvl="6" indent="-216000" algn="l">
              <a:lnSpc>
                <a:spcPct val="100000"/>
              </a:lnSpc>
              <a:buClr>
                <a:srgbClr val="000000"/>
              </a:buClr>
              <a:buSzPct val="45000"/>
              <a:buFont typeface="Wingdings" charset="2"/>
              <a:buChar char=""/>
            </a:pPr>
            <a:r>
              <a:rPr lang="fr-FR" sz="2000" b="0" u="none" strike="noStrike">
                <a:solidFill>
                  <a:srgbClr val="000000"/>
                </a:solidFill>
                <a:effectLst/>
                <a:uFillTx/>
                <a:latin typeface="Arial"/>
              </a:rPr>
              <a:t>Septième niveau de plan</a:t>
            </a:r>
            <a:endParaRPr lang="fr-FR" sz="2000" b="0" u="none" strike="noStrik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Standard 2">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496800"/>
            <a:ext cx="8227800" cy="274680"/>
          </a:xfrm>
          <a:prstGeom prst="rect">
            <a:avLst/>
          </a:prstGeom>
          <a:noFill/>
          <a:ln w="0">
            <a:noFill/>
          </a:ln>
        </p:spPr>
        <p:txBody>
          <a:bodyPr lIns="0" tIns="0" rIns="0" bIns="0" anchor="ctr">
            <a:spAutoFit/>
          </a:bodyPr>
          <a:lstStyle>
            <a:lvl1pPr indent="0" algn="l">
              <a:lnSpc>
                <a:spcPct val="100000"/>
              </a:lnSpc>
              <a:buNone/>
              <a:tabLst>
                <a:tab pos="0" algn="l"/>
              </a:tabLst>
              <a:defRPr lang="fr-FR" sz="1800" b="0" u="none" strike="noStrike">
                <a:solidFill>
                  <a:srgbClr val="000000"/>
                </a:solidFill>
                <a:effectLst/>
                <a:uFillTx/>
                <a:latin typeface="Arial"/>
              </a:defRPr>
            </a:lvl1pPr>
          </a:lstStyle>
          <a:p>
            <a:pPr indent="0" algn="l">
              <a:lnSpc>
                <a:spcPct val="100000"/>
              </a:lnSpc>
              <a:buNone/>
              <a:tabLst>
                <a:tab pos="0" algn="l"/>
              </a:tabLst>
            </a:pPr>
            <a:r>
              <a:rPr lang="fr-FR" sz="1800" b="0" u="none" strike="noStrike">
                <a:solidFill>
                  <a:srgbClr val="000000"/>
                </a:solidFill>
                <a:effectLst/>
                <a:uFillTx/>
                <a:latin typeface="Arial"/>
              </a:rPr>
              <a:t>Cliquez pour éditer le format du texte-titre</a:t>
            </a:r>
            <a:endParaRPr lang="fr-FR" sz="1800" b="0" u="none" strike="noStrike">
              <a:solidFill>
                <a:srgbClr val="000000"/>
              </a:solidFill>
              <a:effectLst/>
              <a:uFillTx/>
              <a:latin typeface="Arial"/>
            </a:endParaRPr>
          </a:p>
        </p:txBody>
      </p:sp>
      <p:sp>
        <p:nvSpPr>
          <p:cNvPr id="10" name="PlaceHolder 2"/>
          <p:cNvSpPr>
            <a:spLocks noGrp="1"/>
          </p:cNvSpPr>
          <p:nvPr>
            <p:ph type="body"/>
          </p:nvPr>
        </p:nvSpPr>
        <p:spPr>
          <a:xfrm>
            <a:off x="457200" y="1203480"/>
            <a:ext cx="8228160" cy="2981880"/>
          </a:xfrm>
          <a:prstGeom prst="rect">
            <a:avLst/>
          </a:prstGeom>
          <a:noFill/>
          <a:ln w="0">
            <a:noFill/>
          </a:ln>
        </p:spPr>
        <p:txBody>
          <a:bodyPr lIns="0" tIns="0" rIns="0" bIns="0" anchor="t">
            <a:normAutofit lnSpcReduction="9999"/>
          </a:bodyPr>
          <a:lstStyle>
            <a:lvl1pPr algn="l">
              <a:lnSpc>
                <a:spcPct val="100000"/>
              </a:lnSpc>
              <a:buClr>
                <a:srgbClr val="000000"/>
              </a:buClr>
              <a:buFont typeface="Wingdings" charset="2"/>
              <a:buChar char=""/>
              <a:defRPr lang="fr-FR" sz="3200" b="0" u="none" strike="noStrike">
                <a:solidFill>
                  <a:srgbClr val="000000"/>
                </a:solidFill>
                <a:effectLst/>
                <a:uFillTx/>
                <a:latin typeface="Arial"/>
              </a:defRPr>
            </a:lvl1pPr>
            <a:lvl2pPr lvl="1" algn="l">
              <a:lnSpc>
                <a:spcPct val="100000"/>
              </a:lnSpc>
              <a:buClr>
                <a:srgbClr val="000000"/>
              </a:buClr>
              <a:buSzPct val="75000"/>
              <a:buFont typeface="Symbol" charset="2"/>
              <a:buChar char=""/>
              <a:defRPr lang="fr-FR" sz="2800" b="0" u="none" strike="noStrike">
                <a:solidFill>
                  <a:srgbClr val="000000"/>
                </a:solidFill>
                <a:effectLst/>
                <a:uFillTx/>
                <a:latin typeface="Arial"/>
              </a:defRPr>
            </a:lvl2pPr>
            <a:lvl3pPr lvl="2" algn="l">
              <a:lnSpc>
                <a:spcPct val="100000"/>
              </a:lnSpc>
              <a:buClr>
                <a:srgbClr val="000000"/>
              </a:buClr>
              <a:buSzPct val="45000"/>
              <a:buFont typeface="Wingdings" charset="2"/>
              <a:buChar char=""/>
              <a:defRPr lang="fr-FR" sz="2400" b="0" u="none" strike="noStrike">
                <a:solidFill>
                  <a:srgbClr val="000000"/>
                </a:solidFill>
                <a:effectLst/>
                <a:uFillTx/>
                <a:latin typeface="Arial"/>
              </a:defRPr>
            </a:lvl3pPr>
            <a:lvl4pPr lvl="3" algn="l">
              <a:lnSpc>
                <a:spcPct val="100000"/>
              </a:lnSpc>
              <a:buClr>
                <a:srgbClr val="000000"/>
              </a:buClr>
              <a:buSzPct val="75000"/>
              <a:buFont typeface="Symbol" charset="2"/>
              <a:buChar char=""/>
              <a:defRPr lang="fr-FR" sz="2000" b="0" u="none" strike="noStrike">
                <a:solidFill>
                  <a:srgbClr val="000000"/>
                </a:solidFill>
                <a:effectLst/>
                <a:uFillTx/>
                <a:latin typeface="Arial"/>
              </a:defRPr>
            </a:lvl4pPr>
            <a:lvl5pPr lvl="4" algn="l">
              <a:lnSpc>
                <a:spcPct val="100000"/>
              </a:lnSpc>
              <a:buClr>
                <a:srgbClr val="000000"/>
              </a:buClr>
              <a:buSzPct val="45000"/>
              <a:buFont typeface="Wingdings" charset="2"/>
              <a:buChar char=""/>
              <a:defRPr lang="fr-FR" sz="2000" b="0" u="none" strike="noStrike">
                <a:solidFill>
                  <a:srgbClr val="000000"/>
                </a:solidFill>
                <a:effectLst/>
                <a:uFillTx/>
                <a:latin typeface="Arial"/>
              </a:defRPr>
            </a:lvl5pPr>
            <a:lvl6pPr lvl="5" algn="l">
              <a:lnSpc>
                <a:spcPct val="100000"/>
              </a:lnSpc>
              <a:buClr>
                <a:srgbClr val="000000"/>
              </a:buClr>
              <a:buSzPct val="45000"/>
              <a:buFont typeface="Wingdings" charset="2"/>
              <a:buChar char=""/>
              <a:defRPr lang="fr-FR" sz="2000" b="0" u="none" strike="noStrike">
                <a:solidFill>
                  <a:srgbClr val="000000"/>
                </a:solidFill>
                <a:effectLst/>
                <a:uFillTx/>
                <a:latin typeface="Arial"/>
              </a:defRPr>
            </a:lvl6pPr>
            <a:lvl7pPr lvl="6" algn="l">
              <a:lnSpc>
                <a:spcPct val="100000"/>
              </a:lnSpc>
              <a:buClr>
                <a:srgbClr val="000000"/>
              </a:buClr>
              <a:buSzPct val="45000"/>
              <a:buFont typeface="Wingdings" charset="2"/>
              <a:buChar char=""/>
              <a:defRPr lang="fr-FR" sz="2000" b="0" u="none" strike="noStrike">
                <a:solidFill>
                  <a:srgbClr val="000000"/>
                </a:solidFill>
                <a:effectLst/>
                <a:uFillTx/>
                <a:latin typeface="Arial"/>
              </a:defRPr>
            </a:lvl7pPr>
          </a:lstStyle>
          <a:p>
            <a:pPr marL="432000" indent="-324000" algn="l">
              <a:lnSpc>
                <a:spcPct val="100000"/>
              </a:lnSpc>
              <a:buClr>
                <a:srgbClr val="000000"/>
              </a:buClr>
              <a:buFont typeface="Wingdings" charset="2"/>
              <a:buChar char=""/>
            </a:pPr>
            <a:r>
              <a:rPr lang="fr-FR" sz="3200" b="0" u="none" strike="noStrike">
                <a:solidFill>
                  <a:srgbClr val="000000"/>
                </a:solidFill>
                <a:effectLst/>
                <a:uFillTx/>
                <a:latin typeface="Arial"/>
              </a:rPr>
              <a:t>Cliquez pour éditer le format du plan de texte</a:t>
            </a:r>
            <a:endParaRPr lang="fr-FR" sz="3200" b="0" u="none" strike="noStrike">
              <a:solidFill>
                <a:srgbClr val="000000"/>
              </a:solidFill>
              <a:effectLst/>
              <a:uFillTx/>
              <a:latin typeface="Arial"/>
            </a:endParaRPr>
          </a:p>
          <a:p>
            <a:pPr marL="864000" lvl="1" indent="-324000" algn="l">
              <a:lnSpc>
                <a:spcPct val="100000"/>
              </a:lnSpc>
              <a:buClr>
                <a:srgbClr val="000000"/>
              </a:buClr>
              <a:buSzPct val="75000"/>
              <a:buFont typeface="Symbol" charset="2"/>
              <a:buChar char=""/>
            </a:pPr>
            <a:r>
              <a:rPr lang="fr-FR" sz="2800" b="0" u="none" strike="noStrike">
                <a:solidFill>
                  <a:srgbClr val="000000"/>
                </a:solidFill>
                <a:effectLst/>
                <a:uFillTx/>
                <a:latin typeface="Arial"/>
              </a:rPr>
              <a:t>Second niveau de plan</a:t>
            </a:r>
            <a:endParaRPr lang="fr-FR" sz="2800" b="0" u="none" strike="noStrike">
              <a:solidFill>
                <a:srgbClr val="000000"/>
              </a:solidFill>
              <a:effectLst/>
              <a:uFillTx/>
              <a:latin typeface="Arial"/>
            </a:endParaRPr>
          </a:p>
          <a:p>
            <a:pPr marL="1296000" lvl="2" indent="-288000" algn="l">
              <a:lnSpc>
                <a:spcPct val="100000"/>
              </a:lnSpc>
              <a:buClr>
                <a:srgbClr val="000000"/>
              </a:buClr>
              <a:buSzPct val="45000"/>
              <a:buFont typeface="Wingdings" charset="2"/>
              <a:buChar char=""/>
            </a:pPr>
            <a:r>
              <a:rPr lang="fr-FR" sz="2400" b="0" u="none" strike="noStrike">
                <a:solidFill>
                  <a:srgbClr val="000000"/>
                </a:solidFill>
                <a:effectLst/>
                <a:uFillTx/>
                <a:latin typeface="Arial"/>
              </a:rPr>
              <a:t>Troisième niveau de plan</a:t>
            </a:r>
            <a:endParaRPr lang="fr-FR" sz="2400" b="0" u="none" strike="noStrike">
              <a:solidFill>
                <a:srgbClr val="000000"/>
              </a:solidFill>
              <a:effectLst/>
              <a:uFillTx/>
              <a:latin typeface="Arial"/>
            </a:endParaRPr>
          </a:p>
          <a:p>
            <a:pPr marL="1728000" lvl="3" indent="-216000" algn="l">
              <a:lnSpc>
                <a:spcPct val="100000"/>
              </a:lnSpc>
              <a:buClr>
                <a:srgbClr val="000000"/>
              </a:buClr>
              <a:buSzPct val="75000"/>
              <a:buFont typeface="Symbol" charset="2"/>
              <a:buChar char=""/>
            </a:pPr>
            <a:r>
              <a:rPr lang="fr-FR" sz="2000" b="0" u="none" strike="noStrike">
                <a:solidFill>
                  <a:srgbClr val="000000"/>
                </a:solidFill>
                <a:effectLst/>
                <a:uFillTx/>
                <a:latin typeface="Arial"/>
              </a:rPr>
              <a:t>Quatrième niveau de plan</a:t>
            </a:r>
            <a:endParaRPr lang="fr-FR" sz="2000" b="0" u="none" strike="noStrike">
              <a:solidFill>
                <a:srgbClr val="000000"/>
              </a:solidFill>
              <a:effectLst/>
              <a:uFillTx/>
              <a:latin typeface="Arial"/>
            </a:endParaRPr>
          </a:p>
          <a:p>
            <a:pPr marL="2160000" lvl="4" indent="-216000" algn="l">
              <a:lnSpc>
                <a:spcPct val="100000"/>
              </a:lnSpc>
              <a:buClr>
                <a:srgbClr val="000000"/>
              </a:buClr>
              <a:buSzPct val="45000"/>
              <a:buFont typeface="Wingdings" charset="2"/>
              <a:buChar char=""/>
            </a:pPr>
            <a:r>
              <a:rPr lang="fr-FR" sz="2000" b="0" u="none" strike="noStrike">
                <a:solidFill>
                  <a:srgbClr val="000000"/>
                </a:solidFill>
                <a:effectLst/>
                <a:uFillTx/>
                <a:latin typeface="Arial"/>
              </a:rPr>
              <a:t>Cinquième niveau de plan</a:t>
            </a:r>
            <a:endParaRPr lang="fr-FR" sz="2000" b="0" u="none" strike="noStrike">
              <a:solidFill>
                <a:srgbClr val="000000"/>
              </a:solidFill>
              <a:effectLst/>
              <a:uFillTx/>
              <a:latin typeface="Arial"/>
            </a:endParaRPr>
          </a:p>
          <a:p>
            <a:pPr marL="2592000" lvl="5" indent="-216000" algn="l">
              <a:lnSpc>
                <a:spcPct val="100000"/>
              </a:lnSpc>
              <a:buClr>
                <a:srgbClr val="000000"/>
              </a:buClr>
              <a:buSzPct val="45000"/>
              <a:buFont typeface="Wingdings" charset="2"/>
              <a:buChar char=""/>
            </a:pPr>
            <a:r>
              <a:rPr lang="fr-FR" sz="2000" b="0" u="none" strike="noStrike">
                <a:solidFill>
                  <a:srgbClr val="000000"/>
                </a:solidFill>
                <a:effectLst/>
                <a:uFillTx/>
                <a:latin typeface="Arial"/>
              </a:rPr>
              <a:t>Sixième niveau de plan</a:t>
            </a:r>
            <a:endParaRPr lang="fr-FR" sz="2000" b="0" u="none" strike="noStrike">
              <a:solidFill>
                <a:srgbClr val="000000"/>
              </a:solidFill>
              <a:effectLst/>
              <a:uFillTx/>
              <a:latin typeface="Arial"/>
            </a:endParaRPr>
          </a:p>
          <a:p>
            <a:pPr marL="3024000" lvl="6" indent="-216000" algn="l">
              <a:lnSpc>
                <a:spcPct val="100000"/>
              </a:lnSpc>
              <a:buClr>
                <a:srgbClr val="000000"/>
              </a:buClr>
              <a:buSzPct val="45000"/>
              <a:buFont typeface="Wingdings" charset="2"/>
              <a:buChar char=""/>
            </a:pPr>
            <a:r>
              <a:rPr lang="fr-FR" sz="2000" b="0" u="none" strike="noStrike">
                <a:solidFill>
                  <a:srgbClr val="000000"/>
                </a:solidFill>
                <a:effectLst/>
                <a:uFillTx/>
                <a:latin typeface="Arial"/>
              </a:rPr>
              <a:t>Septième niveau de plan</a:t>
            </a:r>
            <a:endParaRPr lang="fr-FR" sz="2000" b="0" u="none" strike="noStrik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Standard 3">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496800"/>
            <a:ext cx="8227800" cy="274680"/>
          </a:xfrm>
          <a:prstGeom prst="rect">
            <a:avLst/>
          </a:prstGeom>
          <a:noFill/>
          <a:ln w="0">
            <a:noFill/>
          </a:ln>
        </p:spPr>
        <p:txBody>
          <a:bodyPr lIns="0" tIns="0" rIns="0" bIns="0" anchor="ctr">
            <a:spAutoFit/>
          </a:bodyPr>
          <a:lstStyle>
            <a:lvl1pPr indent="0" algn="l">
              <a:lnSpc>
                <a:spcPct val="100000"/>
              </a:lnSpc>
              <a:buNone/>
              <a:tabLst>
                <a:tab pos="0" algn="l"/>
              </a:tabLst>
              <a:defRPr lang="fr-FR" sz="1800" b="0" u="none" strike="noStrike">
                <a:solidFill>
                  <a:srgbClr val="000000"/>
                </a:solidFill>
                <a:effectLst/>
                <a:uFillTx/>
                <a:latin typeface="Arial"/>
              </a:defRPr>
            </a:lvl1pPr>
          </a:lstStyle>
          <a:p>
            <a:pPr indent="0" algn="l">
              <a:lnSpc>
                <a:spcPct val="100000"/>
              </a:lnSpc>
              <a:buNone/>
              <a:tabLst>
                <a:tab pos="0" algn="l"/>
              </a:tabLst>
            </a:pPr>
            <a:r>
              <a:rPr lang="fr-FR" sz="1800" b="0" u="none" strike="noStrike">
                <a:solidFill>
                  <a:srgbClr val="000000"/>
                </a:solidFill>
                <a:effectLst/>
                <a:uFillTx/>
                <a:latin typeface="Arial"/>
              </a:rPr>
              <a:t>Cliquez pour éditer le format du texte-titre</a:t>
            </a:r>
            <a:endParaRPr lang="fr-FR" sz="1800" b="0" u="none" strike="noStrike">
              <a:solidFill>
                <a:srgbClr val="000000"/>
              </a:solidFill>
              <a:effectLst/>
              <a:uFillTx/>
              <a:latin typeface="Arial"/>
            </a:endParaRPr>
          </a:p>
        </p:txBody>
      </p:sp>
      <p:sp>
        <p:nvSpPr>
          <p:cNvPr id="12" name="PlaceHolder 2"/>
          <p:cNvSpPr>
            <a:spLocks noGrp="1"/>
          </p:cNvSpPr>
          <p:nvPr>
            <p:ph type="body"/>
          </p:nvPr>
        </p:nvSpPr>
        <p:spPr>
          <a:xfrm>
            <a:off x="457200" y="1203480"/>
            <a:ext cx="8228160" cy="2981880"/>
          </a:xfrm>
          <a:prstGeom prst="rect">
            <a:avLst/>
          </a:prstGeom>
          <a:noFill/>
          <a:ln w="0">
            <a:noFill/>
          </a:ln>
        </p:spPr>
        <p:txBody>
          <a:bodyPr lIns="0" tIns="0" rIns="0" bIns="0" anchor="t">
            <a:normAutofit lnSpcReduction="9999"/>
          </a:bodyPr>
          <a:lstStyle>
            <a:lvl1pPr algn="l">
              <a:lnSpc>
                <a:spcPct val="100000"/>
              </a:lnSpc>
              <a:buClr>
                <a:srgbClr val="000000"/>
              </a:buClr>
              <a:buFont typeface="Wingdings" charset="2"/>
              <a:buChar char=""/>
              <a:defRPr lang="fr-FR" sz="3200" b="0" u="none" strike="noStrike">
                <a:solidFill>
                  <a:srgbClr val="000000"/>
                </a:solidFill>
                <a:effectLst/>
                <a:uFillTx/>
                <a:latin typeface="Arial"/>
              </a:defRPr>
            </a:lvl1pPr>
            <a:lvl2pPr lvl="1" algn="l">
              <a:lnSpc>
                <a:spcPct val="100000"/>
              </a:lnSpc>
              <a:buClr>
                <a:srgbClr val="000000"/>
              </a:buClr>
              <a:buSzPct val="75000"/>
              <a:buFont typeface="Symbol" charset="2"/>
              <a:buChar char=""/>
              <a:defRPr lang="fr-FR" sz="2800" b="0" u="none" strike="noStrike">
                <a:solidFill>
                  <a:srgbClr val="000000"/>
                </a:solidFill>
                <a:effectLst/>
                <a:uFillTx/>
                <a:latin typeface="Arial"/>
              </a:defRPr>
            </a:lvl2pPr>
            <a:lvl3pPr lvl="2" algn="l">
              <a:lnSpc>
                <a:spcPct val="100000"/>
              </a:lnSpc>
              <a:buClr>
                <a:srgbClr val="000000"/>
              </a:buClr>
              <a:buSzPct val="45000"/>
              <a:buFont typeface="Wingdings" charset="2"/>
              <a:buChar char=""/>
              <a:defRPr lang="fr-FR" sz="2400" b="0" u="none" strike="noStrike">
                <a:solidFill>
                  <a:srgbClr val="000000"/>
                </a:solidFill>
                <a:effectLst/>
                <a:uFillTx/>
                <a:latin typeface="Arial"/>
              </a:defRPr>
            </a:lvl3pPr>
            <a:lvl4pPr lvl="3" algn="l">
              <a:lnSpc>
                <a:spcPct val="100000"/>
              </a:lnSpc>
              <a:buClr>
                <a:srgbClr val="000000"/>
              </a:buClr>
              <a:buSzPct val="75000"/>
              <a:buFont typeface="Symbol" charset="2"/>
              <a:buChar char=""/>
              <a:defRPr lang="fr-FR" sz="2000" b="0" u="none" strike="noStrike">
                <a:solidFill>
                  <a:srgbClr val="000000"/>
                </a:solidFill>
                <a:effectLst/>
                <a:uFillTx/>
                <a:latin typeface="Arial"/>
              </a:defRPr>
            </a:lvl4pPr>
            <a:lvl5pPr lvl="4" algn="l">
              <a:lnSpc>
                <a:spcPct val="100000"/>
              </a:lnSpc>
              <a:buClr>
                <a:srgbClr val="000000"/>
              </a:buClr>
              <a:buSzPct val="45000"/>
              <a:buFont typeface="Wingdings" charset="2"/>
              <a:buChar char=""/>
              <a:defRPr lang="fr-FR" sz="2000" b="0" u="none" strike="noStrike">
                <a:solidFill>
                  <a:srgbClr val="000000"/>
                </a:solidFill>
                <a:effectLst/>
                <a:uFillTx/>
                <a:latin typeface="Arial"/>
              </a:defRPr>
            </a:lvl5pPr>
            <a:lvl6pPr lvl="5" algn="l">
              <a:lnSpc>
                <a:spcPct val="100000"/>
              </a:lnSpc>
              <a:buClr>
                <a:srgbClr val="000000"/>
              </a:buClr>
              <a:buSzPct val="45000"/>
              <a:buFont typeface="Wingdings" charset="2"/>
              <a:buChar char=""/>
              <a:defRPr lang="fr-FR" sz="2000" b="0" u="none" strike="noStrike">
                <a:solidFill>
                  <a:srgbClr val="000000"/>
                </a:solidFill>
                <a:effectLst/>
                <a:uFillTx/>
                <a:latin typeface="Arial"/>
              </a:defRPr>
            </a:lvl6pPr>
            <a:lvl7pPr lvl="6" algn="l">
              <a:lnSpc>
                <a:spcPct val="100000"/>
              </a:lnSpc>
              <a:buClr>
                <a:srgbClr val="000000"/>
              </a:buClr>
              <a:buSzPct val="45000"/>
              <a:buFont typeface="Wingdings" charset="2"/>
              <a:buChar char=""/>
              <a:defRPr lang="fr-FR" sz="2000" b="0" u="none" strike="noStrike">
                <a:solidFill>
                  <a:srgbClr val="000000"/>
                </a:solidFill>
                <a:effectLst/>
                <a:uFillTx/>
                <a:latin typeface="Arial"/>
              </a:defRPr>
            </a:lvl7pPr>
          </a:lstStyle>
          <a:p>
            <a:pPr marL="432000" indent="-324000" algn="l">
              <a:lnSpc>
                <a:spcPct val="100000"/>
              </a:lnSpc>
              <a:buClr>
                <a:srgbClr val="000000"/>
              </a:buClr>
              <a:buFont typeface="Wingdings" charset="2"/>
              <a:buChar char=""/>
            </a:pPr>
            <a:r>
              <a:rPr lang="fr-FR" sz="3200" b="0" u="none" strike="noStrike">
                <a:solidFill>
                  <a:srgbClr val="000000"/>
                </a:solidFill>
                <a:effectLst/>
                <a:uFillTx/>
                <a:latin typeface="Arial"/>
              </a:rPr>
              <a:t>Cliquez pour éditer le format du plan de texte</a:t>
            </a:r>
            <a:endParaRPr lang="fr-FR" sz="3200" b="0" u="none" strike="noStrike">
              <a:solidFill>
                <a:srgbClr val="000000"/>
              </a:solidFill>
              <a:effectLst/>
              <a:uFillTx/>
              <a:latin typeface="Arial"/>
            </a:endParaRPr>
          </a:p>
          <a:p>
            <a:pPr marL="864000" lvl="1" indent="-324000" algn="l">
              <a:lnSpc>
                <a:spcPct val="100000"/>
              </a:lnSpc>
              <a:buClr>
                <a:srgbClr val="000000"/>
              </a:buClr>
              <a:buSzPct val="75000"/>
              <a:buFont typeface="Symbol" charset="2"/>
              <a:buChar char=""/>
            </a:pPr>
            <a:r>
              <a:rPr lang="fr-FR" sz="2800" b="0" u="none" strike="noStrike">
                <a:solidFill>
                  <a:srgbClr val="000000"/>
                </a:solidFill>
                <a:effectLst/>
                <a:uFillTx/>
                <a:latin typeface="Arial"/>
              </a:rPr>
              <a:t>Second niveau de plan</a:t>
            </a:r>
            <a:endParaRPr lang="fr-FR" sz="2800" b="0" u="none" strike="noStrike">
              <a:solidFill>
                <a:srgbClr val="000000"/>
              </a:solidFill>
              <a:effectLst/>
              <a:uFillTx/>
              <a:latin typeface="Arial"/>
            </a:endParaRPr>
          </a:p>
          <a:p>
            <a:pPr marL="1296000" lvl="2" indent="-288000" algn="l">
              <a:lnSpc>
                <a:spcPct val="100000"/>
              </a:lnSpc>
              <a:buClr>
                <a:srgbClr val="000000"/>
              </a:buClr>
              <a:buSzPct val="45000"/>
              <a:buFont typeface="Wingdings" charset="2"/>
              <a:buChar char=""/>
            </a:pPr>
            <a:r>
              <a:rPr lang="fr-FR" sz="2400" b="0" u="none" strike="noStrike">
                <a:solidFill>
                  <a:srgbClr val="000000"/>
                </a:solidFill>
                <a:effectLst/>
                <a:uFillTx/>
                <a:latin typeface="Arial"/>
              </a:rPr>
              <a:t>Troisième niveau de plan</a:t>
            </a:r>
            <a:endParaRPr lang="fr-FR" sz="2400" b="0" u="none" strike="noStrike">
              <a:solidFill>
                <a:srgbClr val="000000"/>
              </a:solidFill>
              <a:effectLst/>
              <a:uFillTx/>
              <a:latin typeface="Arial"/>
            </a:endParaRPr>
          </a:p>
          <a:p>
            <a:pPr marL="1728000" lvl="3" indent="-216000" algn="l">
              <a:lnSpc>
                <a:spcPct val="100000"/>
              </a:lnSpc>
              <a:buClr>
                <a:srgbClr val="000000"/>
              </a:buClr>
              <a:buSzPct val="75000"/>
              <a:buFont typeface="Symbol" charset="2"/>
              <a:buChar char=""/>
            </a:pPr>
            <a:r>
              <a:rPr lang="fr-FR" sz="2000" b="0" u="none" strike="noStrike">
                <a:solidFill>
                  <a:srgbClr val="000000"/>
                </a:solidFill>
                <a:effectLst/>
                <a:uFillTx/>
                <a:latin typeface="Arial"/>
              </a:rPr>
              <a:t>Quatrième niveau de plan</a:t>
            </a:r>
            <a:endParaRPr lang="fr-FR" sz="2000" b="0" u="none" strike="noStrike">
              <a:solidFill>
                <a:srgbClr val="000000"/>
              </a:solidFill>
              <a:effectLst/>
              <a:uFillTx/>
              <a:latin typeface="Arial"/>
            </a:endParaRPr>
          </a:p>
          <a:p>
            <a:pPr marL="2160000" lvl="4" indent="-216000" algn="l">
              <a:lnSpc>
                <a:spcPct val="100000"/>
              </a:lnSpc>
              <a:buClr>
                <a:srgbClr val="000000"/>
              </a:buClr>
              <a:buSzPct val="45000"/>
              <a:buFont typeface="Wingdings" charset="2"/>
              <a:buChar char=""/>
            </a:pPr>
            <a:r>
              <a:rPr lang="fr-FR" sz="2000" b="0" u="none" strike="noStrike">
                <a:solidFill>
                  <a:srgbClr val="000000"/>
                </a:solidFill>
                <a:effectLst/>
                <a:uFillTx/>
                <a:latin typeface="Arial"/>
              </a:rPr>
              <a:t>Cinquième niveau de plan</a:t>
            </a:r>
            <a:endParaRPr lang="fr-FR" sz="2000" b="0" u="none" strike="noStrike">
              <a:solidFill>
                <a:srgbClr val="000000"/>
              </a:solidFill>
              <a:effectLst/>
              <a:uFillTx/>
              <a:latin typeface="Arial"/>
            </a:endParaRPr>
          </a:p>
          <a:p>
            <a:pPr marL="2592000" lvl="5" indent="-216000" algn="l">
              <a:lnSpc>
                <a:spcPct val="100000"/>
              </a:lnSpc>
              <a:buClr>
                <a:srgbClr val="000000"/>
              </a:buClr>
              <a:buSzPct val="45000"/>
              <a:buFont typeface="Wingdings" charset="2"/>
              <a:buChar char=""/>
            </a:pPr>
            <a:r>
              <a:rPr lang="fr-FR" sz="2000" b="0" u="none" strike="noStrike">
                <a:solidFill>
                  <a:srgbClr val="000000"/>
                </a:solidFill>
                <a:effectLst/>
                <a:uFillTx/>
                <a:latin typeface="Arial"/>
              </a:rPr>
              <a:t>Sixième niveau de plan</a:t>
            </a:r>
            <a:endParaRPr lang="fr-FR" sz="2000" b="0" u="none" strike="noStrike">
              <a:solidFill>
                <a:srgbClr val="000000"/>
              </a:solidFill>
              <a:effectLst/>
              <a:uFillTx/>
              <a:latin typeface="Arial"/>
            </a:endParaRPr>
          </a:p>
          <a:p>
            <a:pPr marL="3024000" lvl="6" indent="-216000" algn="l">
              <a:lnSpc>
                <a:spcPct val="100000"/>
              </a:lnSpc>
              <a:buClr>
                <a:srgbClr val="000000"/>
              </a:buClr>
              <a:buSzPct val="45000"/>
              <a:buFont typeface="Wingdings" charset="2"/>
              <a:buChar char=""/>
            </a:pPr>
            <a:r>
              <a:rPr lang="fr-FR" sz="2000" b="0" u="none" strike="noStrike">
                <a:solidFill>
                  <a:srgbClr val="000000"/>
                </a:solidFill>
                <a:effectLst/>
                <a:uFillTx/>
                <a:latin typeface="Arial"/>
              </a:rPr>
              <a:t>Septième niveau de plan</a:t>
            </a:r>
            <a:endParaRPr lang="fr-FR" sz="20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 name="bg"/>
          <p:cNvSpPr/>
          <p:nvPr/>
        </p:nvSpPr>
        <p:spPr>
          <a:xfrm>
            <a:off x="0" y="0"/>
            <a:ext cx="9142920" cy="5142600"/>
          </a:xfrm>
          <a:prstGeom prst="rect">
            <a:avLst/>
          </a:prstGeom>
          <a:solidFill>
            <a:srgbClr val="0B2545"/>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0" name="PlaceHolder 1"/>
          <p:cNvSpPr>
            <a:spLocks noGrp="1"/>
          </p:cNvSpPr>
          <p:nvPr>
            <p:ph type="title"/>
          </p:nvPr>
        </p:nvSpPr>
        <p:spPr>
          <a:xfrm>
            <a:off x="457200" y="1598760"/>
            <a:ext cx="8227800" cy="2516040"/>
          </a:xfrm>
          <a:prstGeom prst="rect">
            <a:avLst/>
          </a:prstGeom>
          <a:noFill/>
          <a:ln w="0">
            <a:noFill/>
          </a:ln>
        </p:spPr>
        <p:txBody>
          <a:bodyPr lIns="0" tIns="0" rIns="0" bIns="0" anchor="ctr">
            <a:spAutoFit/>
          </a:bodyPr>
          <a:p>
            <a:pPr indent="0" algn="ctr">
              <a:lnSpc>
                <a:spcPct val="100000"/>
              </a:lnSpc>
              <a:buNone/>
              <a:tabLst>
                <a:tab pos="0" algn="l"/>
              </a:tabLst>
            </a:pPr>
            <a:r>
              <a:rPr lang="en-US" sz="2400" b="1" u="none" strike="noStrike">
                <a:solidFill>
                  <a:srgbClr val="FFFFFF"/>
                </a:solidFill>
                <a:effectLst/>
                <a:uFillTx/>
                <a:latin typeface="Times New Roman"/>
              </a:rPr>
              <a:t>Presenté par :</a:t>
            </a:r>
            <a:r>
              <a:rPr lang="en-US" sz="2400" b="0" u="none" strike="noStrike">
                <a:solidFill>
                  <a:srgbClr val="FFFFFF"/>
                </a:solidFill>
                <a:effectLst/>
                <a:uFillTx/>
                <a:latin typeface="Times New Roman"/>
              </a:rPr>
              <a:t> Papa Ibrahima Diop</a:t>
            </a:r>
            <a:br>
              <a:rPr sz="2400"/>
            </a:br>
            <a:br>
              <a:rPr sz="2400"/>
            </a:br>
            <a:r>
              <a:rPr lang="en-US" sz="2400" b="1" u="none" strike="noStrike">
                <a:solidFill>
                  <a:srgbClr val="FFFFFF"/>
                </a:solidFill>
                <a:effectLst/>
                <a:uFillTx/>
                <a:latin typeface="Times New Roman"/>
              </a:rPr>
              <a:t>Sujet :</a:t>
            </a:r>
            <a:br>
              <a:rPr sz="2400"/>
            </a:br>
            <a:r>
              <a:rPr lang="en-US" sz="2400" b="0" u="none" strike="noStrike">
                <a:solidFill>
                  <a:srgbClr val="FFFFFF"/>
                </a:solidFill>
                <a:effectLst/>
                <a:uFillTx/>
                <a:latin typeface="Times New Roman"/>
              </a:rPr>
              <a:t>Automatisation du déploiement d’une infrastructure Linux centralisé pour un établissement de formation informatique</a:t>
            </a:r>
            <a:endParaRPr lang="fr-FR" sz="2400" b="0" u="none" strike="noStrike">
              <a:solidFill>
                <a:srgbClr val="000000"/>
              </a:solidFill>
              <a:effectLst/>
              <a:uFillTx/>
              <a:latin typeface="Arial"/>
            </a:endParaRPr>
          </a:p>
        </p:txBody>
      </p:sp>
      <p:sp>
        <p:nvSpPr>
          <p:cNvPr id="21" name=""/>
          <p:cNvSpPr/>
          <p:nvPr/>
        </p:nvSpPr>
        <p:spPr>
          <a:xfrm>
            <a:off x="228600" y="4343400"/>
            <a:ext cx="4570560" cy="684360"/>
          </a:xfrm>
          <a:prstGeom prst="rect">
            <a:avLst/>
          </a:prstGeom>
          <a:solidFill>
            <a:srgbClr val="FFFFFF"/>
          </a:solidFill>
          <a:ln w="0">
            <a:solidFill>
              <a:srgbClr val="FFFFFF"/>
            </a:solidFill>
          </a:ln>
        </p:spPr>
        <p:style>
          <a:lnRef idx="0"/>
          <a:fillRef idx="0"/>
          <a:effectRef idx="0"/>
          <a:fontRef idx="minor"/>
        </p:style>
        <p:txBody>
          <a:bodyPr lIns="90000" tIns="45000" rIns="90000" bIns="45000" anchor="ctr">
            <a:noAutofit/>
          </a:bodyPr>
          <a:p>
            <a:pPr algn="ctr">
              <a:lnSpc>
                <a:spcPct val="100000"/>
              </a:lnSpc>
              <a:spcBef>
                <a:spcPts val="1191"/>
              </a:spcBef>
              <a:spcAft>
                <a:spcPts val="992"/>
              </a:spcAft>
            </a:pPr>
            <a:r>
              <a:rPr lang="en-US" sz="2200" b="1" u="none" strike="noStrike">
                <a:solidFill>
                  <a:srgbClr val="0B3D57"/>
                </a:solidFill>
                <a:effectLst/>
                <a:uFillTx/>
                <a:latin typeface="Times New Roman"/>
                <a:ea typeface="DejaVu Sans"/>
              </a:rPr>
              <a:t>Encadreur :</a:t>
            </a:r>
            <a:r>
              <a:rPr lang="en-US" sz="2200" b="0" u="none" strike="noStrike">
                <a:solidFill>
                  <a:srgbClr val="0B3D57"/>
                </a:solidFill>
                <a:effectLst/>
                <a:uFillTx/>
                <a:latin typeface="Times New Roman"/>
                <a:ea typeface="DejaVu Sans"/>
              </a:rPr>
              <a:t> Dr Mallaw Ndiaye</a:t>
            </a:r>
            <a:endParaRPr lang="fr-FR" sz="2200" b="0" u="none" strike="noStrike">
              <a:solidFill>
                <a:srgbClr val="000000"/>
              </a:solidFill>
              <a:effectLst/>
              <a:uFillTx/>
              <a:latin typeface="Arial"/>
            </a:endParaRPr>
          </a:p>
        </p:txBody>
      </p:sp>
      <p:sp>
        <p:nvSpPr>
          <p:cNvPr id="22" name=""/>
          <p:cNvSpPr/>
          <p:nvPr/>
        </p:nvSpPr>
        <p:spPr>
          <a:xfrm>
            <a:off x="-457920" y="-228600"/>
            <a:ext cx="9830160" cy="2057040"/>
          </a:xfrm>
          <a:prstGeom prst="rect">
            <a:avLst/>
          </a:prstGeom>
          <a:solidFill>
            <a:srgbClr val="FFFFFF"/>
          </a:solidFill>
          <a:ln w="0">
            <a:solidFill>
              <a:srgbClr val="3465A4"/>
            </a:solidFill>
          </a:ln>
        </p:spPr>
        <p:style>
          <a:lnRef idx="0"/>
          <a:fillRef idx="0"/>
          <a:effectRef idx="0"/>
          <a:fontRef idx="minor"/>
        </p:style>
        <p:txBody>
          <a:bodyPr lIns="90000" tIns="45000" rIns="90000" bIns="45000" anchor="ctr">
            <a:noAutofit/>
          </a:bodyPr>
          <a:p>
            <a:endParaRPr lang="fr-FR" sz="1800" b="0" u="none" strike="noStrike">
              <a:solidFill>
                <a:srgbClr val="000000"/>
              </a:solidFill>
              <a:effectLst/>
              <a:uFillTx/>
              <a:latin typeface="Arial"/>
            </a:endParaRPr>
          </a:p>
        </p:txBody>
      </p:sp>
      <p:sp>
        <p:nvSpPr>
          <p:cNvPr id="23" name=""/>
          <p:cNvSpPr/>
          <p:nvPr/>
        </p:nvSpPr>
        <p:spPr>
          <a:xfrm>
            <a:off x="2057400" y="228600"/>
            <a:ext cx="5484960" cy="1141560"/>
          </a:xfrm>
          <a:prstGeom prst="rect">
            <a:avLst/>
          </a:prstGeom>
          <a:solidFill>
            <a:srgbClr val="FFFFFF"/>
          </a:solidFill>
          <a:ln w="0">
            <a:solidFill>
              <a:srgbClr val="000000"/>
            </a:solidFill>
          </a:ln>
          <a:effectLst>
            <a:outerShdw dir="2700000" dist="101823" rotWithShape="0">
              <a:srgbClr val="808080"/>
            </a:outerShdw>
          </a:effectLst>
        </p:spPr>
        <p:style>
          <a:lnRef idx="0"/>
          <a:fillRef idx="0"/>
          <a:effectRef idx="0"/>
          <a:fontRef idx="minor"/>
        </p:style>
        <p:txBody>
          <a:bodyPr lIns="90000" tIns="45000" rIns="90000" bIns="45000" anchor="ctr">
            <a:noAutofit/>
          </a:bodyPr>
          <a:p>
            <a:pPr algn="ctr">
              <a:lnSpc>
                <a:spcPct val="100000"/>
              </a:lnSpc>
            </a:pPr>
            <a:r>
              <a:rPr lang="en-US" sz="3200" b="1" u="none" strike="noStrike">
                <a:solidFill>
                  <a:srgbClr val="0B3D57"/>
                </a:solidFill>
                <a:effectLst/>
                <a:uFillTx/>
                <a:latin typeface="Times New Roman"/>
                <a:ea typeface="DejaVu Sans"/>
              </a:rPr>
              <a:t>PROJET DE SOUTENANCE</a:t>
            </a:r>
            <a:endParaRPr lang="fr-FR" sz="3200" b="0" u="none" strike="noStrike">
              <a:solidFill>
                <a:srgbClr val="000000"/>
              </a:solidFill>
              <a:effectLst/>
              <a:uFillTx/>
              <a:latin typeface="Arial"/>
            </a:endParaRPr>
          </a:p>
        </p:txBody>
      </p:sp>
      <p:pic>
        <p:nvPicPr>
          <p:cNvPr id="24" name=""/>
          <p:cNvPicPr/>
          <p:nvPr/>
        </p:nvPicPr>
        <p:blipFill>
          <a:blip r:embed="rId1"/>
          <a:stretch/>
        </p:blipFill>
        <p:spPr>
          <a:xfrm>
            <a:off x="143280" y="143280"/>
            <a:ext cx="1226880" cy="1226880"/>
          </a:xfrm>
          <a:prstGeom prst="rect">
            <a:avLst/>
          </a:prstGeom>
          <a:solidFill>
            <a:srgbClr val="0B2545"/>
          </a:solid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 name=""/>
          <p:cNvSpPr/>
          <p:nvPr/>
        </p:nvSpPr>
        <p:spPr>
          <a:xfrm>
            <a:off x="914400" y="1371600"/>
            <a:ext cx="2513520" cy="2284920"/>
          </a:xfrm>
          <a:prstGeom prst="ellipse">
            <a:avLst/>
          </a:prstGeom>
          <a:solidFill>
            <a:srgbClr val="0B3D57"/>
          </a:solidFill>
          <a:ln w="0">
            <a:solidFill>
              <a:srgbClr val="FFFFFF"/>
            </a:solidFill>
          </a:ln>
        </p:spPr>
        <p:style>
          <a:lnRef idx="0"/>
          <a:fillRef idx="0"/>
          <a:effectRef idx="0"/>
          <a:fontRef idx="minor"/>
        </p:style>
        <p:txBody>
          <a:bodyPr lIns="90000" tIns="45000" rIns="90000" bIns="45000" anchor="ctr">
            <a:noAutofit/>
          </a:bodyPr>
          <a:p>
            <a:pPr algn="ctr">
              <a:lnSpc>
                <a:spcPct val="100000"/>
              </a:lnSpc>
            </a:pPr>
            <a:r>
              <a:rPr lang="fr-FR" sz="2800" b="1" u="none" strike="noStrike">
                <a:solidFill>
                  <a:srgbClr val="FFFFFF"/>
                </a:solidFill>
                <a:effectLst/>
                <a:uFillTx/>
                <a:latin typeface="Arial"/>
                <a:ea typeface="DejaVu Sans"/>
              </a:rPr>
              <a:t>PLAN</a:t>
            </a:r>
            <a:endParaRPr lang="fr-FR" sz="2800" b="0" u="none" strike="noStrike">
              <a:solidFill>
                <a:srgbClr val="FFFFFF"/>
              </a:solidFill>
              <a:effectLst/>
              <a:uFillTx/>
              <a:latin typeface="Arial"/>
            </a:endParaRPr>
          </a:p>
        </p:txBody>
      </p:sp>
      <p:sp>
        <p:nvSpPr>
          <p:cNvPr id="26" name=""/>
          <p:cNvSpPr/>
          <p:nvPr/>
        </p:nvSpPr>
        <p:spPr>
          <a:xfrm>
            <a:off x="4572000" y="228600"/>
            <a:ext cx="3885120" cy="456120"/>
          </a:xfrm>
          <a:prstGeom prst="rect">
            <a:avLst/>
          </a:prstGeom>
          <a:solidFill>
            <a:srgbClr val="FFFFFF"/>
          </a:solidFill>
          <a:ln w="0">
            <a:solidFill>
              <a:srgbClr val="1C7293"/>
            </a:solidFill>
          </a:ln>
        </p:spPr>
        <p:style>
          <a:lnRef idx="0"/>
          <a:fillRef idx="0"/>
          <a:effectRef idx="0"/>
          <a:fontRef idx="minor"/>
        </p:style>
        <p:txBody>
          <a:bodyPr lIns="90000" tIns="45000" rIns="90000" bIns="45000" anchor="ctr">
            <a:noAutofit/>
          </a:bodyPr>
          <a:p>
            <a:pPr algn="ctr">
              <a:lnSpc>
                <a:spcPct val="100000"/>
              </a:lnSpc>
            </a:pPr>
            <a:r>
              <a:rPr lang="fr-FR" sz="1800" b="1" u="none" strike="noStrike">
                <a:solidFill>
                  <a:srgbClr val="0B3D57"/>
                </a:solidFill>
                <a:effectLst/>
                <a:uFillTx/>
                <a:latin typeface="Arial"/>
                <a:ea typeface="DejaVu Sans"/>
              </a:rPr>
              <a:t>CONTEXTE ET PROBLÉMATIQUE</a:t>
            </a:r>
            <a:endParaRPr lang="fr-FR" sz="1800" b="0" u="none" strike="noStrike">
              <a:solidFill>
                <a:srgbClr val="000000"/>
              </a:solidFill>
              <a:effectLst/>
              <a:uFillTx/>
              <a:latin typeface="Arial"/>
            </a:endParaRPr>
          </a:p>
        </p:txBody>
      </p:sp>
      <p:sp>
        <p:nvSpPr>
          <p:cNvPr id="27" name=""/>
          <p:cNvSpPr/>
          <p:nvPr/>
        </p:nvSpPr>
        <p:spPr>
          <a:xfrm>
            <a:off x="4572000" y="914400"/>
            <a:ext cx="3885120" cy="456120"/>
          </a:xfrm>
          <a:prstGeom prst="rect">
            <a:avLst/>
          </a:prstGeom>
          <a:solidFill>
            <a:srgbClr val="FFFFFF"/>
          </a:solidFill>
          <a:ln w="0">
            <a:solidFill>
              <a:srgbClr val="1C7293"/>
            </a:solidFill>
          </a:ln>
        </p:spPr>
        <p:style>
          <a:lnRef idx="0"/>
          <a:fillRef idx="0"/>
          <a:effectRef idx="0"/>
          <a:fontRef idx="minor"/>
        </p:style>
        <p:txBody>
          <a:bodyPr lIns="90000" tIns="45000" rIns="90000" bIns="45000" anchor="ctr">
            <a:noAutofit/>
          </a:bodyPr>
          <a:p>
            <a:pPr algn="ctr">
              <a:lnSpc>
                <a:spcPct val="100000"/>
              </a:lnSpc>
            </a:pPr>
            <a:r>
              <a:rPr lang="fr-FR" sz="1800" b="1" u="none" strike="noStrike">
                <a:solidFill>
                  <a:srgbClr val="0B3D57"/>
                </a:solidFill>
                <a:effectLst/>
                <a:uFillTx/>
                <a:latin typeface="Arial"/>
                <a:ea typeface="DejaVu Sans"/>
              </a:rPr>
              <a:t>SOLUTION</a:t>
            </a:r>
            <a:endParaRPr lang="fr-FR" sz="1800" b="0" u="none" strike="noStrike">
              <a:solidFill>
                <a:srgbClr val="000000"/>
              </a:solidFill>
              <a:effectLst/>
              <a:uFillTx/>
              <a:latin typeface="Arial"/>
            </a:endParaRPr>
          </a:p>
        </p:txBody>
      </p:sp>
      <p:sp>
        <p:nvSpPr>
          <p:cNvPr id="28" name=""/>
          <p:cNvSpPr/>
          <p:nvPr/>
        </p:nvSpPr>
        <p:spPr>
          <a:xfrm>
            <a:off x="4572000" y="1600200"/>
            <a:ext cx="3885120" cy="456120"/>
          </a:xfrm>
          <a:prstGeom prst="rect">
            <a:avLst/>
          </a:prstGeom>
          <a:solidFill>
            <a:srgbClr val="FFFFFF"/>
          </a:solidFill>
          <a:ln w="0">
            <a:solidFill>
              <a:srgbClr val="1C7293"/>
            </a:solidFill>
          </a:ln>
        </p:spPr>
        <p:style>
          <a:lnRef idx="0"/>
          <a:fillRef idx="0"/>
          <a:effectRef idx="0"/>
          <a:fontRef idx="minor"/>
        </p:style>
        <p:txBody>
          <a:bodyPr lIns="90000" tIns="45000" rIns="90000" bIns="45000" anchor="ctr">
            <a:noAutofit/>
          </a:bodyPr>
          <a:p>
            <a:pPr algn="ctr">
              <a:lnSpc>
                <a:spcPct val="100000"/>
              </a:lnSpc>
            </a:pPr>
            <a:r>
              <a:rPr lang="fr-FR" sz="1800" b="1" u="none" strike="noStrike">
                <a:solidFill>
                  <a:srgbClr val="0B3D57"/>
                </a:solidFill>
                <a:effectLst/>
                <a:uFillTx/>
                <a:latin typeface="Arial"/>
                <a:ea typeface="DejaVu Sans"/>
              </a:rPr>
              <a:t>OBJECTIF GÉNÉRAL</a:t>
            </a:r>
            <a:endParaRPr lang="fr-FR" sz="1800" b="0" u="none" strike="noStrike">
              <a:solidFill>
                <a:srgbClr val="000000"/>
              </a:solidFill>
              <a:effectLst/>
              <a:uFillTx/>
              <a:latin typeface="Arial"/>
            </a:endParaRPr>
          </a:p>
        </p:txBody>
      </p:sp>
      <p:sp>
        <p:nvSpPr>
          <p:cNvPr id="29" name=""/>
          <p:cNvSpPr/>
          <p:nvPr/>
        </p:nvSpPr>
        <p:spPr>
          <a:xfrm>
            <a:off x="4572000" y="2971800"/>
            <a:ext cx="3885120" cy="456120"/>
          </a:xfrm>
          <a:prstGeom prst="rect">
            <a:avLst/>
          </a:prstGeom>
          <a:solidFill>
            <a:srgbClr val="FFFFFF"/>
          </a:solidFill>
          <a:ln w="0">
            <a:solidFill>
              <a:srgbClr val="1C7293"/>
            </a:solidFill>
          </a:ln>
        </p:spPr>
        <p:style>
          <a:lnRef idx="0"/>
          <a:fillRef idx="0"/>
          <a:effectRef idx="0"/>
          <a:fontRef idx="minor"/>
        </p:style>
        <p:txBody>
          <a:bodyPr lIns="90000" tIns="45000" rIns="90000" bIns="45000" anchor="ctr">
            <a:noAutofit/>
          </a:bodyPr>
          <a:p>
            <a:pPr algn="ctr">
              <a:lnSpc>
                <a:spcPct val="100000"/>
              </a:lnSpc>
            </a:pPr>
            <a:r>
              <a:rPr lang="fr-FR" sz="1800" b="1" u="none" strike="noStrike">
                <a:solidFill>
                  <a:srgbClr val="0B3D57"/>
                </a:solidFill>
                <a:effectLst/>
                <a:uFillTx/>
                <a:latin typeface="Arial"/>
                <a:ea typeface="DejaVu Sans"/>
              </a:rPr>
              <a:t>PLAN DU PROJET</a:t>
            </a:r>
            <a:endParaRPr lang="fr-FR" sz="1800" b="0" u="none" strike="noStrike">
              <a:solidFill>
                <a:srgbClr val="000000"/>
              </a:solidFill>
              <a:effectLst/>
              <a:uFillTx/>
              <a:latin typeface="Arial"/>
            </a:endParaRPr>
          </a:p>
        </p:txBody>
      </p:sp>
      <p:sp>
        <p:nvSpPr>
          <p:cNvPr id="30" name=""/>
          <p:cNvSpPr/>
          <p:nvPr/>
        </p:nvSpPr>
        <p:spPr>
          <a:xfrm>
            <a:off x="4572000" y="3657600"/>
            <a:ext cx="3885120" cy="456120"/>
          </a:xfrm>
          <a:prstGeom prst="rect">
            <a:avLst/>
          </a:prstGeom>
          <a:solidFill>
            <a:srgbClr val="FFFFFF"/>
          </a:solidFill>
          <a:ln w="0">
            <a:solidFill>
              <a:srgbClr val="1C7293"/>
            </a:solidFill>
          </a:ln>
        </p:spPr>
        <p:style>
          <a:lnRef idx="0"/>
          <a:fillRef idx="0"/>
          <a:effectRef idx="0"/>
          <a:fontRef idx="minor"/>
        </p:style>
        <p:txBody>
          <a:bodyPr lIns="90000" tIns="45000" rIns="90000" bIns="45000" anchor="ctr">
            <a:noAutofit/>
          </a:bodyPr>
          <a:p>
            <a:pPr algn="ctr">
              <a:lnSpc>
                <a:spcPct val="100000"/>
              </a:lnSpc>
            </a:pPr>
            <a:r>
              <a:rPr lang="fr-FR" sz="1800" b="1" u="none" strike="noStrike">
                <a:solidFill>
                  <a:srgbClr val="0B3D57"/>
                </a:solidFill>
                <a:effectLst/>
                <a:uFillTx/>
                <a:latin typeface="Arial"/>
                <a:ea typeface="DejaVu Sans"/>
              </a:rPr>
              <a:t>CONCLUSION</a:t>
            </a:r>
            <a:endParaRPr lang="fr-FR" sz="1800" b="0" u="none" strike="noStrike">
              <a:solidFill>
                <a:srgbClr val="000000"/>
              </a:solidFill>
              <a:effectLst/>
              <a:uFillTx/>
              <a:latin typeface="Arial"/>
            </a:endParaRPr>
          </a:p>
        </p:txBody>
      </p:sp>
      <p:sp>
        <p:nvSpPr>
          <p:cNvPr id="31" name=""/>
          <p:cNvSpPr/>
          <p:nvPr/>
        </p:nvSpPr>
        <p:spPr>
          <a:xfrm>
            <a:off x="4572000" y="4343400"/>
            <a:ext cx="3885120" cy="456120"/>
          </a:xfrm>
          <a:prstGeom prst="rect">
            <a:avLst/>
          </a:prstGeom>
          <a:solidFill>
            <a:srgbClr val="FFFFFF"/>
          </a:solidFill>
          <a:ln w="0">
            <a:solidFill>
              <a:srgbClr val="1C7293"/>
            </a:solidFill>
          </a:ln>
        </p:spPr>
        <p:style>
          <a:lnRef idx="0"/>
          <a:fillRef idx="0"/>
          <a:effectRef idx="0"/>
          <a:fontRef idx="minor"/>
        </p:style>
        <p:txBody>
          <a:bodyPr lIns="90000" tIns="45000" rIns="90000" bIns="45000" anchor="ctr">
            <a:noAutofit/>
          </a:bodyPr>
          <a:p>
            <a:pPr algn="ctr">
              <a:lnSpc>
                <a:spcPct val="100000"/>
              </a:lnSpc>
            </a:pPr>
            <a:r>
              <a:rPr lang="fr-FR" sz="1800" b="1" u="none" strike="noStrike">
                <a:solidFill>
                  <a:srgbClr val="0B3D57"/>
                </a:solidFill>
                <a:effectLst/>
                <a:uFillTx/>
                <a:latin typeface="Arial"/>
                <a:ea typeface="DejaVu Sans"/>
              </a:rPr>
              <a:t>PERSPECTIVES FUTURES</a:t>
            </a:r>
            <a:endParaRPr lang="fr-FR" sz="1800" b="0" u="none" strike="noStrike">
              <a:solidFill>
                <a:srgbClr val="000000"/>
              </a:solidFill>
              <a:effectLst/>
              <a:uFillTx/>
              <a:latin typeface="Arial"/>
            </a:endParaRPr>
          </a:p>
        </p:txBody>
      </p:sp>
      <p:sp>
        <p:nvSpPr>
          <p:cNvPr id="32" name=""/>
          <p:cNvSpPr/>
          <p:nvPr/>
        </p:nvSpPr>
        <p:spPr>
          <a:xfrm>
            <a:off x="4572000" y="2286000"/>
            <a:ext cx="3885120" cy="456120"/>
          </a:xfrm>
          <a:prstGeom prst="rect">
            <a:avLst/>
          </a:prstGeom>
          <a:solidFill>
            <a:srgbClr val="FFFFFF"/>
          </a:solidFill>
          <a:ln w="0">
            <a:solidFill>
              <a:srgbClr val="1C7293"/>
            </a:solidFill>
          </a:ln>
        </p:spPr>
        <p:style>
          <a:lnRef idx="0"/>
          <a:fillRef idx="0"/>
          <a:effectRef idx="0"/>
          <a:fontRef idx="minor"/>
        </p:style>
        <p:txBody>
          <a:bodyPr lIns="90000" tIns="45000" rIns="90000" bIns="45000" anchor="ctr">
            <a:noAutofit/>
          </a:bodyPr>
          <a:p>
            <a:pPr algn="ctr">
              <a:lnSpc>
                <a:spcPct val="100000"/>
              </a:lnSpc>
            </a:pPr>
            <a:r>
              <a:rPr lang="fr-FR" sz="1800" b="1" u="none" strike="noStrike">
                <a:solidFill>
                  <a:srgbClr val="0B3D57"/>
                </a:solidFill>
                <a:effectLst/>
                <a:uFillTx/>
                <a:latin typeface="Arial"/>
                <a:ea typeface="DejaVu Sans"/>
              </a:rPr>
              <a:t>CHOIX DES TECHNOLOGIES</a:t>
            </a:r>
            <a:endParaRPr lang="fr-FR"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98800"/>
            <a:ext cx="8227800" cy="670680"/>
          </a:xfrm>
          <a:prstGeom prst="rect">
            <a:avLst/>
          </a:prstGeom>
          <a:noFill/>
          <a:ln w="0">
            <a:noFill/>
          </a:ln>
        </p:spPr>
        <p:txBody>
          <a:bodyPr lIns="0" tIns="0" rIns="0" bIns="0" anchor="ctr">
            <a:spAutoFit/>
          </a:bodyPr>
          <a:p>
            <a:pPr indent="0" algn="ctr">
              <a:lnSpc>
                <a:spcPct val="100000"/>
              </a:lnSpc>
              <a:buNone/>
              <a:tabLst>
                <a:tab pos="0" algn="l"/>
              </a:tabLst>
            </a:pPr>
            <a:r>
              <a:rPr lang="en-US" sz="4400" b="0" u="none" strike="noStrike">
                <a:solidFill>
                  <a:srgbClr val="0B3D57"/>
                </a:solidFill>
                <a:effectLst/>
                <a:uFillTx/>
                <a:latin typeface="Arial"/>
              </a:rPr>
              <a:t>Contexte et problématique</a:t>
            </a:r>
            <a:endParaRPr lang="fr-FR" sz="4400" b="0" u="none" strike="noStrike">
              <a:solidFill>
                <a:srgbClr val="000000"/>
              </a:solidFill>
              <a:effectLst/>
              <a:uFillTx/>
              <a:latin typeface="Arial"/>
            </a:endParaRPr>
          </a:p>
        </p:txBody>
      </p:sp>
      <p:sp>
        <p:nvSpPr>
          <p:cNvPr id="34" name=""/>
          <p:cNvSpPr/>
          <p:nvPr/>
        </p:nvSpPr>
        <p:spPr>
          <a:xfrm>
            <a:off x="228600" y="1143000"/>
            <a:ext cx="4114440" cy="3657240"/>
          </a:xfrm>
          <a:prstGeom prst="roundRect">
            <a:avLst>
              <a:gd name="adj" fmla="val 16667"/>
            </a:avLst>
          </a:prstGeom>
          <a:solidFill>
            <a:srgbClr val="FFFFFF"/>
          </a:solidFill>
          <a:ln w="0">
            <a:solidFill>
              <a:srgbClr val="0B3D57"/>
            </a:solidFill>
          </a:ln>
          <a:effectLst>
            <a:outerShdw dir="2700000" dist="101823" rotWithShape="0">
              <a:srgbClr val="808080"/>
            </a:outerShdw>
          </a:effectLst>
        </p:spPr>
        <p:style>
          <a:lnRef idx="0"/>
          <a:fillRef idx="0"/>
          <a:effectRef idx="0"/>
          <a:fontRef idx="minor"/>
        </p:style>
        <p:txBody>
          <a:bodyPr lIns="90000" tIns="45000" rIns="90000" bIns="45000" anchor="ctr">
            <a:noAutofit/>
          </a:bodyPr>
          <a:p>
            <a:endParaRPr lang="fr-FR" sz="1800" b="0" u="none" strike="noStrike">
              <a:solidFill>
                <a:srgbClr val="000000"/>
              </a:solidFill>
              <a:effectLst/>
              <a:uFillTx/>
              <a:latin typeface="Arial"/>
            </a:endParaRPr>
          </a:p>
        </p:txBody>
      </p:sp>
      <p:sp>
        <p:nvSpPr>
          <p:cNvPr id="35" name="PlaceHolder 2"/>
          <p:cNvSpPr>
            <a:spLocks noGrp="1"/>
          </p:cNvSpPr>
          <p:nvPr>
            <p:ph/>
          </p:nvPr>
        </p:nvSpPr>
        <p:spPr>
          <a:xfrm>
            <a:off x="457200" y="1371600"/>
            <a:ext cx="4014720" cy="2981880"/>
          </a:xfrm>
          <a:prstGeom prst="rect">
            <a:avLst/>
          </a:prstGeom>
          <a:noFill/>
          <a:ln w="0">
            <a:noFill/>
          </a:ln>
        </p:spPr>
        <p:txBody>
          <a:bodyPr lIns="0" tIns="0" rIns="0" bIns="0" anchor="ctr">
            <a:normAutofit/>
          </a:bodyPr>
          <a:p>
            <a:pPr marL="228600" indent="-228600" algn="l">
              <a:lnSpc>
                <a:spcPct val="100000"/>
              </a:lnSpc>
              <a:buClr>
                <a:srgbClr val="1C7293"/>
              </a:buClr>
              <a:buFont typeface="Arial"/>
              <a:buChar char="•"/>
            </a:pPr>
            <a:r>
              <a:rPr lang="fr-FR" sz="2200" b="0" u="none" strike="noStrike">
                <a:solidFill>
                  <a:srgbClr val="000000"/>
                </a:solidFill>
                <a:effectLst/>
                <a:uFillTx/>
                <a:latin typeface="Arial"/>
              </a:rPr>
              <a:t>Dépendance à Internet</a:t>
            </a:r>
            <a:endParaRPr lang="fr-FR" sz="2200" b="0" u="none" strike="noStrike">
              <a:solidFill>
                <a:srgbClr val="000000"/>
              </a:solidFill>
              <a:effectLst/>
              <a:uFillTx/>
              <a:latin typeface="Arial"/>
            </a:endParaRPr>
          </a:p>
          <a:p>
            <a:pPr marL="228600" indent="0" algn="l">
              <a:lnSpc>
                <a:spcPct val="100000"/>
              </a:lnSpc>
              <a:buNone/>
              <a:tabLst>
                <a:tab pos="0" algn="l"/>
              </a:tabLst>
            </a:pPr>
            <a:endParaRPr lang="fr-FR" sz="2200" b="0" u="none" strike="noStrike">
              <a:solidFill>
                <a:srgbClr val="000000"/>
              </a:solidFill>
              <a:effectLst/>
              <a:uFillTx/>
              <a:latin typeface="Arial"/>
            </a:endParaRPr>
          </a:p>
          <a:p>
            <a:pPr marL="228600" indent="-228600" algn="l">
              <a:lnSpc>
                <a:spcPct val="100000"/>
              </a:lnSpc>
              <a:buClr>
                <a:srgbClr val="1C7293"/>
              </a:buClr>
              <a:buFont typeface="Arial"/>
              <a:buChar char="•"/>
              <a:tabLst>
                <a:tab pos="0" algn="l"/>
              </a:tabLst>
            </a:pPr>
            <a:r>
              <a:rPr lang="fr-FR" sz="2200" b="0" u="none" strike="noStrike">
                <a:solidFill>
                  <a:srgbClr val="000000"/>
                </a:solidFill>
                <a:effectLst/>
                <a:uFillTx/>
                <a:latin typeface="Arial"/>
              </a:rPr>
              <a:t>Souveraineté des données</a:t>
            </a:r>
            <a:endParaRPr lang="fr-FR" sz="2200" b="0" u="none" strike="noStrike">
              <a:solidFill>
                <a:srgbClr val="000000"/>
              </a:solidFill>
              <a:effectLst/>
              <a:uFillTx/>
              <a:latin typeface="Arial"/>
            </a:endParaRPr>
          </a:p>
          <a:p>
            <a:pPr marL="228600" indent="0" algn="l">
              <a:lnSpc>
                <a:spcPct val="100000"/>
              </a:lnSpc>
              <a:buNone/>
              <a:tabLst>
                <a:tab pos="0" algn="l"/>
              </a:tabLst>
            </a:pPr>
            <a:endParaRPr lang="fr-FR" sz="2200" b="0" u="none" strike="noStrike">
              <a:solidFill>
                <a:srgbClr val="000000"/>
              </a:solidFill>
              <a:effectLst/>
              <a:uFillTx/>
              <a:latin typeface="Arial"/>
            </a:endParaRPr>
          </a:p>
          <a:p>
            <a:pPr marL="228600" indent="-228600" algn="l">
              <a:lnSpc>
                <a:spcPct val="100000"/>
              </a:lnSpc>
              <a:buClr>
                <a:srgbClr val="1C7293"/>
              </a:buClr>
              <a:buFont typeface="Arial"/>
              <a:buChar char="•"/>
              <a:tabLst>
                <a:tab pos="0" algn="l"/>
              </a:tabLst>
            </a:pPr>
            <a:r>
              <a:rPr lang="fr-FR" sz="2200" b="0" u="none" strike="noStrike">
                <a:solidFill>
                  <a:srgbClr val="000000"/>
                </a:solidFill>
                <a:effectLst/>
                <a:uFillTx/>
                <a:latin typeface="Arial"/>
              </a:rPr>
              <a:t>Passerelles tierces même en interne</a:t>
            </a:r>
            <a:endParaRPr lang="fr-FR" sz="2200" b="0" u="none" strike="noStrike">
              <a:solidFill>
                <a:srgbClr val="000000"/>
              </a:solidFill>
              <a:effectLst/>
              <a:uFillTx/>
              <a:latin typeface="Arial"/>
            </a:endParaRPr>
          </a:p>
        </p:txBody>
      </p:sp>
      <p:pic>
        <p:nvPicPr>
          <p:cNvPr id="36" name=""/>
          <p:cNvPicPr/>
          <p:nvPr/>
        </p:nvPicPr>
        <p:blipFill>
          <a:blip r:embed="rId1"/>
          <a:stretch/>
        </p:blipFill>
        <p:spPr>
          <a:xfrm>
            <a:off x="4622400" y="1828800"/>
            <a:ext cx="4292640" cy="251424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320400"/>
            <a:ext cx="8227800" cy="626400"/>
          </a:xfrm>
          <a:prstGeom prst="rect">
            <a:avLst/>
          </a:prstGeom>
          <a:noFill/>
          <a:ln w="0">
            <a:noFill/>
          </a:ln>
        </p:spPr>
        <p:txBody>
          <a:bodyPr lIns="0" tIns="0" rIns="0" bIns="0" anchor="ctr" anchorCtr="1">
            <a:spAutoFit/>
          </a:bodyPr>
          <a:p>
            <a:pPr indent="0" algn="ctr">
              <a:lnSpc>
                <a:spcPct val="100000"/>
              </a:lnSpc>
              <a:buNone/>
              <a:tabLst>
                <a:tab pos="0" algn="l"/>
              </a:tabLst>
            </a:pPr>
            <a:r>
              <a:rPr lang="fr-FR" sz="4400" b="0" u="none" strike="noStrike">
                <a:solidFill>
                  <a:srgbClr val="0B3D57"/>
                </a:solidFill>
                <a:effectLst/>
                <a:uFillTx/>
                <a:latin typeface="Arial"/>
              </a:rPr>
              <a:t>Solution</a:t>
            </a:r>
            <a:endParaRPr lang="fr-FR" sz="4400" b="0" u="none" strike="noStrike">
              <a:solidFill>
                <a:srgbClr val="000000"/>
              </a:solidFill>
              <a:effectLst/>
              <a:uFillTx/>
              <a:latin typeface="Arial"/>
            </a:endParaRPr>
          </a:p>
        </p:txBody>
      </p:sp>
      <p:sp>
        <p:nvSpPr>
          <p:cNvPr id="38" name=""/>
          <p:cNvSpPr/>
          <p:nvPr/>
        </p:nvSpPr>
        <p:spPr>
          <a:xfrm>
            <a:off x="228600" y="1143000"/>
            <a:ext cx="4114440" cy="3657240"/>
          </a:xfrm>
          <a:prstGeom prst="roundRect">
            <a:avLst>
              <a:gd name="adj" fmla="val 16667"/>
            </a:avLst>
          </a:prstGeom>
          <a:solidFill>
            <a:srgbClr val="FFFFFF"/>
          </a:solidFill>
          <a:ln w="0">
            <a:solidFill>
              <a:srgbClr val="0B3D57"/>
            </a:solidFill>
          </a:ln>
          <a:effectLst>
            <a:outerShdw dir="2700000" dist="101823" rotWithShape="0">
              <a:srgbClr val="808080"/>
            </a:outerShdw>
          </a:effectLst>
        </p:spPr>
        <p:style>
          <a:lnRef idx="0"/>
          <a:fillRef idx="0"/>
          <a:effectRef idx="0"/>
          <a:fontRef idx="minor"/>
        </p:style>
        <p:txBody>
          <a:bodyPr lIns="90000" tIns="45000" rIns="90000" bIns="45000" anchor="ctr">
            <a:noAutofit/>
          </a:bodyPr>
          <a:p>
            <a:endParaRPr lang="fr-FR" sz="1800" b="0" u="none" strike="noStrike">
              <a:solidFill>
                <a:srgbClr val="000000"/>
              </a:solidFill>
              <a:effectLst/>
              <a:uFillTx/>
              <a:latin typeface="Arial"/>
            </a:endParaRPr>
          </a:p>
        </p:txBody>
      </p:sp>
      <p:sp>
        <p:nvSpPr>
          <p:cNvPr id="39" name="PlaceHolder 2"/>
          <p:cNvSpPr>
            <a:spLocks noGrp="1"/>
          </p:cNvSpPr>
          <p:nvPr>
            <p:ph/>
          </p:nvPr>
        </p:nvSpPr>
        <p:spPr>
          <a:xfrm>
            <a:off x="457200" y="1361160"/>
            <a:ext cx="4014720" cy="2981880"/>
          </a:xfrm>
          <a:prstGeom prst="rect">
            <a:avLst/>
          </a:prstGeom>
          <a:noFill/>
          <a:ln w="0">
            <a:noFill/>
          </a:ln>
        </p:spPr>
        <p:txBody>
          <a:bodyPr lIns="0" tIns="0" rIns="0" bIns="0" anchor="ctr">
            <a:normAutofit/>
          </a:bodyPr>
          <a:p>
            <a:pPr marL="228600" indent="-228600" algn="l">
              <a:lnSpc>
                <a:spcPct val="100000"/>
              </a:lnSpc>
              <a:buClr>
                <a:srgbClr val="1C7293"/>
              </a:buClr>
              <a:buFont typeface="Arial"/>
              <a:buChar char="•"/>
            </a:pPr>
            <a:r>
              <a:rPr lang="fr-FR" sz="2200" b="0" u="none" strike="noStrike">
                <a:solidFill>
                  <a:srgbClr val="000000"/>
                </a:solidFill>
                <a:effectLst/>
                <a:uFillTx/>
                <a:latin typeface="Arial"/>
              </a:rPr>
              <a:t>Hébergement 100% local</a:t>
            </a:r>
            <a:endParaRPr lang="fr-FR" sz="2200" b="0" u="none" strike="noStrike">
              <a:solidFill>
                <a:srgbClr val="000000"/>
              </a:solidFill>
              <a:effectLst/>
              <a:uFillTx/>
              <a:latin typeface="Arial"/>
            </a:endParaRPr>
          </a:p>
          <a:p>
            <a:pPr marL="228600" indent="0" algn="l">
              <a:lnSpc>
                <a:spcPct val="100000"/>
              </a:lnSpc>
              <a:buNone/>
              <a:tabLst>
                <a:tab pos="0" algn="l"/>
              </a:tabLst>
            </a:pPr>
            <a:endParaRPr lang="fr-FR" sz="2200" b="0" u="none" strike="noStrike">
              <a:solidFill>
                <a:srgbClr val="000000"/>
              </a:solidFill>
              <a:effectLst/>
              <a:uFillTx/>
              <a:latin typeface="Arial"/>
            </a:endParaRPr>
          </a:p>
          <a:p>
            <a:pPr marL="228600" indent="-228600" algn="l">
              <a:lnSpc>
                <a:spcPct val="100000"/>
              </a:lnSpc>
              <a:buClr>
                <a:srgbClr val="1C7293"/>
              </a:buClr>
              <a:buFont typeface="Arial"/>
              <a:buChar char="•"/>
              <a:tabLst>
                <a:tab pos="0" algn="l"/>
              </a:tabLst>
            </a:pPr>
            <a:r>
              <a:rPr lang="fr-FR" sz="2200" b="0" u="none" strike="noStrike">
                <a:solidFill>
                  <a:srgbClr val="000000"/>
                </a:solidFill>
                <a:effectLst/>
                <a:uFillTx/>
                <a:latin typeface="Arial"/>
              </a:rPr>
              <a:t>ISO Ubuntu personnalisée</a:t>
            </a:r>
            <a:endParaRPr lang="fr-FR" sz="2200" b="0" u="none" strike="noStrike">
              <a:solidFill>
                <a:srgbClr val="000000"/>
              </a:solidFill>
              <a:effectLst/>
              <a:uFillTx/>
              <a:latin typeface="Arial"/>
            </a:endParaRPr>
          </a:p>
          <a:p>
            <a:pPr marL="228600" indent="0" algn="l">
              <a:lnSpc>
                <a:spcPct val="100000"/>
              </a:lnSpc>
              <a:buNone/>
              <a:tabLst>
                <a:tab pos="0" algn="l"/>
              </a:tabLst>
            </a:pPr>
            <a:endParaRPr lang="fr-FR" sz="2200" b="0" u="none" strike="noStrike">
              <a:solidFill>
                <a:srgbClr val="000000"/>
              </a:solidFill>
              <a:effectLst/>
              <a:uFillTx/>
              <a:latin typeface="Arial"/>
            </a:endParaRPr>
          </a:p>
          <a:p>
            <a:pPr marL="228600" indent="-228600" algn="l">
              <a:lnSpc>
                <a:spcPct val="100000"/>
              </a:lnSpc>
              <a:buClr>
                <a:srgbClr val="1C7293"/>
              </a:buClr>
              <a:buFont typeface="Arial"/>
              <a:buChar char="•"/>
              <a:tabLst>
                <a:tab pos="0" algn="l"/>
              </a:tabLst>
            </a:pPr>
            <a:r>
              <a:rPr lang="fr-FR" sz="2200" b="0" u="none" strike="noStrike">
                <a:solidFill>
                  <a:srgbClr val="000000"/>
                </a:solidFill>
                <a:effectLst/>
                <a:uFillTx/>
                <a:latin typeface="Arial"/>
              </a:rPr>
              <a:t>OpenLDAP + RADIUS + Samba</a:t>
            </a:r>
            <a:endParaRPr lang="fr-FR" sz="2200" b="0" u="none" strike="noStrike">
              <a:solidFill>
                <a:srgbClr val="000000"/>
              </a:solidFill>
              <a:effectLst/>
              <a:uFillTx/>
              <a:latin typeface="Arial"/>
            </a:endParaRPr>
          </a:p>
        </p:txBody>
      </p:sp>
      <p:pic>
        <p:nvPicPr>
          <p:cNvPr id="40" name=""/>
          <p:cNvPicPr/>
          <p:nvPr/>
        </p:nvPicPr>
        <p:blipFill>
          <a:blip r:embed="rId1"/>
          <a:stretch/>
        </p:blipFill>
        <p:spPr>
          <a:xfrm>
            <a:off x="4673880" y="1648080"/>
            <a:ext cx="4014720" cy="246636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320400"/>
            <a:ext cx="8227800" cy="626400"/>
          </a:xfrm>
          <a:prstGeom prst="rect">
            <a:avLst/>
          </a:prstGeom>
          <a:noFill/>
          <a:ln w="0">
            <a:noFill/>
          </a:ln>
        </p:spPr>
        <p:txBody>
          <a:bodyPr lIns="0" tIns="0" rIns="0" bIns="0" anchor="ctr" anchorCtr="1">
            <a:spAutoFit/>
          </a:bodyPr>
          <a:p>
            <a:pPr indent="0" algn="l">
              <a:lnSpc>
                <a:spcPct val="100000"/>
              </a:lnSpc>
              <a:buNone/>
              <a:tabLst>
                <a:tab pos="0" algn="l"/>
              </a:tabLst>
            </a:pPr>
            <a:r>
              <a:rPr lang="fr-FR" sz="4400" b="0" u="none" strike="noStrike">
                <a:solidFill>
                  <a:srgbClr val="0B3D57"/>
                </a:solidFill>
                <a:effectLst/>
                <a:uFillTx/>
                <a:latin typeface="Arial"/>
              </a:rPr>
              <a:t>Objectif général</a:t>
            </a:r>
            <a:endParaRPr lang="fr-FR" sz="4400" b="0" u="none" strike="noStrike">
              <a:solidFill>
                <a:srgbClr val="000000"/>
              </a:solidFill>
              <a:effectLst/>
              <a:uFillTx/>
              <a:latin typeface="Arial"/>
            </a:endParaRPr>
          </a:p>
        </p:txBody>
      </p:sp>
      <p:sp>
        <p:nvSpPr>
          <p:cNvPr id="42" name=""/>
          <p:cNvSpPr/>
          <p:nvPr/>
        </p:nvSpPr>
        <p:spPr>
          <a:xfrm>
            <a:off x="-914400" y="1600200"/>
            <a:ext cx="10972440" cy="2057040"/>
          </a:xfrm>
          <a:prstGeom prst="rect">
            <a:avLst/>
          </a:prstGeom>
          <a:solidFill>
            <a:srgbClr val="0B3D57"/>
          </a:solidFill>
          <a:ln w="36720">
            <a:solidFill>
              <a:srgbClr val="3465A4"/>
            </a:solidFill>
            <a:round/>
          </a:ln>
        </p:spPr>
        <p:style>
          <a:lnRef idx="0"/>
          <a:fillRef idx="0"/>
          <a:effectRef idx="0"/>
          <a:fontRef idx="minor"/>
        </p:style>
        <p:txBody>
          <a:bodyPr lIns="108000" tIns="63000" rIns="108000" bIns="63000" anchor="ctr">
            <a:noAutofit/>
          </a:bodyPr>
          <a:p>
            <a:endParaRPr lang="fr-FR" sz="1800" b="0" u="none" strike="noStrike">
              <a:solidFill>
                <a:srgbClr val="FFFFFF"/>
              </a:solidFill>
              <a:effectLst/>
              <a:uFillTx/>
              <a:latin typeface="Arial"/>
            </a:endParaRPr>
          </a:p>
        </p:txBody>
      </p:sp>
      <p:sp>
        <p:nvSpPr>
          <p:cNvPr id="43" name="PlaceHolder 2"/>
          <p:cNvSpPr>
            <a:spLocks noGrp="1"/>
          </p:cNvSpPr>
          <p:nvPr>
            <p:ph/>
          </p:nvPr>
        </p:nvSpPr>
        <p:spPr>
          <a:xfrm>
            <a:off x="457200" y="1203480"/>
            <a:ext cx="4014720" cy="2981880"/>
          </a:xfrm>
          <a:prstGeom prst="rect">
            <a:avLst/>
          </a:prstGeom>
          <a:noFill/>
          <a:ln w="0">
            <a:noFill/>
          </a:ln>
        </p:spPr>
        <p:txBody>
          <a:bodyPr lIns="0" tIns="0" rIns="0" bIns="0" anchor="ctr">
            <a:normAutofit/>
          </a:bodyPr>
          <a:p>
            <a:pPr indent="0" algn="l">
              <a:lnSpc>
                <a:spcPct val="100000"/>
              </a:lnSpc>
              <a:buNone/>
              <a:tabLst>
                <a:tab pos="0" algn="l"/>
              </a:tabLst>
            </a:pPr>
            <a:r>
              <a:rPr lang="fr-FR" sz="2000" b="1" u="none" strike="noStrike">
                <a:solidFill>
                  <a:srgbClr val="FFFFFF"/>
                </a:solidFill>
                <a:effectLst/>
                <a:uFillTx/>
                <a:latin typeface="Arial"/>
              </a:rPr>
              <a:t>Objectif général</a:t>
            </a:r>
            <a:endParaRPr lang="fr-FR" sz="2000" b="0" u="none" strike="noStrike">
              <a:solidFill>
                <a:srgbClr val="000000"/>
              </a:solidFill>
              <a:effectLst/>
              <a:uFillTx/>
              <a:latin typeface="Arial"/>
            </a:endParaRPr>
          </a:p>
          <a:p>
            <a:pPr marL="228600" indent="-228600" algn="l">
              <a:lnSpc>
                <a:spcPct val="100000"/>
              </a:lnSpc>
              <a:buClr>
                <a:srgbClr val="1C7293"/>
              </a:buClr>
              <a:buFont typeface="Arial"/>
              <a:buChar char="•"/>
              <a:tabLst>
                <a:tab pos="0" algn="l"/>
              </a:tabLst>
            </a:pPr>
            <a:r>
              <a:rPr lang="fr-FR" sz="1900" b="0" u="none" strike="noStrike">
                <a:solidFill>
                  <a:srgbClr val="FFFFFF"/>
                </a:solidFill>
                <a:effectLst/>
                <a:uFillTx/>
                <a:latin typeface="Arial"/>
              </a:rPr>
              <a:t>Infrastructure Linux souveraine et automatisée</a:t>
            </a:r>
            <a:endParaRPr lang="fr-FR" sz="1900" b="0" u="none" strike="noStrike">
              <a:solidFill>
                <a:srgbClr val="000000"/>
              </a:solidFill>
              <a:effectLst/>
              <a:uFillTx/>
              <a:latin typeface="Arial"/>
            </a:endParaRPr>
          </a:p>
        </p:txBody>
      </p:sp>
      <p:sp>
        <p:nvSpPr>
          <p:cNvPr id="44" name="PlaceHolder 3"/>
          <p:cNvSpPr>
            <a:spLocks noGrp="1"/>
          </p:cNvSpPr>
          <p:nvPr>
            <p:ph/>
          </p:nvPr>
        </p:nvSpPr>
        <p:spPr>
          <a:xfrm>
            <a:off x="4671720" y="1143000"/>
            <a:ext cx="4014720" cy="2981880"/>
          </a:xfrm>
          <a:prstGeom prst="rect">
            <a:avLst/>
          </a:prstGeom>
          <a:noFill/>
          <a:ln w="0">
            <a:noFill/>
          </a:ln>
        </p:spPr>
        <p:txBody>
          <a:bodyPr lIns="0" tIns="0" rIns="0" bIns="0" anchor="ctr">
            <a:normAutofit/>
          </a:bodyPr>
          <a:p>
            <a:pPr indent="0" algn="l">
              <a:lnSpc>
                <a:spcPct val="100000"/>
              </a:lnSpc>
              <a:buNone/>
              <a:tabLst>
                <a:tab pos="0" algn="l"/>
              </a:tabLst>
            </a:pPr>
            <a:r>
              <a:rPr lang="fr-FR" sz="2000" b="1" u="none" strike="noStrike">
                <a:solidFill>
                  <a:srgbClr val="FFFFFF"/>
                </a:solidFill>
                <a:effectLst/>
                <a:uFillTx/>
                <a:latin typeface="Arial"/>
              </a:rPr>
              <a:t>Objectifs spécifiques</a:t>
            </a:r>
            <a:endParaRPr lang="fr-FR" sz="2000" b="0" u="none" strike="noStrike">
              <a:solidFill>
                <a:srgbClr val="000000"/>
              </a:solidFill>
              <a:effectLst/>
              <a:uFillTx/>
              <a:latin typeface="Arial"/>
            </a:endParaRPr>
          </a:p>
          <a:p>
            <a:pPr marL="228600" indent="-228600" algn="l">
              <a:lnSpc>
                <a:spcPct val="100000"/>
              </a:lnSpc>
              <a:buClr>
                <a:srgbClr val="1C7293"/>
              </a:buClr>
              <a:buFont typeface="Arial"/>
              <a:buChar char="•"/>
              <a:tabLst>
                <a:tab pos="0" algn="l"/>
              </a:tabLst>
            </a:pPr>
            <a:r>
              <a:rPr lang="fr-FR" sz="1800" b="0" u="none" strike="noStrike">
                <a:solidFill>
                  <a:srgbClr val="FFFFFF"/>
                </a:solidFill>
                <a:effectLst/>
                <a:uFillTx/>
                <a:latin typeface="Arial"/>
              </a:rPr>
              <a:t>Automatisation (scripts)</a:t>
            </a:r>
            <a:endParaRPr lang="fr-FR" sz="1800" b="0" u="none" strike="noStrike">
              <a:solidFill>
                <a:srgbClr val="000000"/>
              </a:solidFill>
              <a:effectLst/>
              <a:uFillTx/>
              <a:latin typeface="Arial"/>
            </a:endParaRPr>
          </a:p>
          <a:p>
            <a:pPr marL="228600" indent="-228600" algn="l">
              <a:lnSpc>
                <a:spcPct val="100000"/>
              </a:lnSpc>
              <a:buClr>
                <a:srgbClr val="1C7293"/>
              </a:buClr>
              <a:buFont typeface="Arial"/>
              <a:buChar char="•"/>
              <a:tabLst>
                <a:tab pos="0" algn="l"/>
              </a:tabLst>
            </a:pPr>
            <a:r>
              <a:rPr lang="fr-FR" sz="1800" b="0" u="none" strike="noStrike">
                <a:solidFill>
                  <a:srgbClr val="FFFFFF"/>
                </a:solidFill>
                <a:effectLst/>
                <a:uFillTx/>
                <a:latin typeface="Arial"/>
              </a:rPr>
              <a:t>Authentification centralisée</a:t>
            </a:r>
            <a:endParaRPr lang="fr-FR" sz="1800" b="0" u="none" strike="noStrike">
              <a:solidFill>
                <a:srgbClr val="000000"/>
              </a:solidFill>
              <a:effectLst/>
              <a:uFillTx/>
              <a:latin typeface="Arial"/>
            </a:endParaRPr>
          </a:p>
          <a:p>
            <a:pPr marL="228600" indent="-228600" algn="l">
              <a:lnSpc>
                <a:spcPct val="100000"/>
              </a:lnSpc>
              <a:buClr>
                <a:srgbClr val="1C7293"/>
              </a:buClr>
              <a:buFont typeface="Arial"/>
              <a:buChar char="•"/>
              <a:tabLst>
                <a:tab pos="0" algn="l"/>
              </a:tabLst>
            </a:pPr>
            <a:r>
              <a:rPr lang="fr-FR" sz="1800" b="0" u="none" strike="noStrike">
                <a:solidFill>
                  <a:srgbClr val="FFFFFF"/>
                </a:solidFill>
                <a:effectLst/>
                <a:uFillTx/>
                <a:latin typeface="Arial"/>
              </a:rPr>
              <a:t>Partage de fichiers par rôle</a:t>
            </a:r>
            <a:endParaRPr lang="fr-FR" sz="1800" b="0" u="none" strike="noStrike">
              <a:solidFill>
                <a:srgbClr val="000000"/>
              </a:solidFill>
              <a:effectLst/>
              <a:uFillTx/>
              <a:latin typeface="Arial"/>
            </a:endParaRPr>
          </a:p>
          <a:p>
            <a:pPr marL="228600" indent="-228600" algn="l">
              <a:lnSpc>
                <a:spcPct val="100000"/>
              </a:lnSpc>
              <a:buClr>
                <a:srgbClr val="1C7293"/>
              </a:buClr>
              <a:buFont typeface="Arial"/>
              <a:buChar char="•"/>
              <a:tabLst>
                <a:tab pos="0" algn="l"/>
              </a:tabLst>
            </a:pPr>
            <a:r>
              <a:rPr lang="fr-FR" sz="1800" b="0" u="none" strike="noStrike">
                <a:solidFill>
                  <a:srgbClr val="FFFFFF"/>
                </a:solidFill>
                <a:effectLst/>
                <a:uFillTx/>
                <a:latin typeface="Arial"/>
              </a:rPr>
              <a:t>ISO personnalisée</a:t>
            </a:r>
            <a:endParaRPr lang="fr-FR" sz="1800" b="0" u="none" strike="noStrike">
              <a:solidFill>
                <a:srgbClr val="000000"/>
              </a:solidFill>
              <a:effectLst/>
              <a:uFillTx/>
              <a:latin typeface="Arial"/>
            </a:endParaRPr>
          </a:p>
          <a:p>
            <a:pPr marL="228600" indent="-228600" algn="l">
              <a:lnSpc>
                <a:spcPct val="100000"/>
              </a:lnSpc>
              <a:buClr>
                <a:srgbClr val="1C7293"/>
              </a:buClr>
              <a:buFont typeface="Arial"/>
              <a:buChar char="•"/>
              <a:tabLst>
                <a:tab pos="0" algn="l"/>
              </a:tabLst>
            </a:pPr>
            <a:r>
              <a:rPr lang="fr-FR" sz="1800" b="0" u="none" strike="noStrike">
                <a:solidFill>
                  <a:srgbClr val="FFFFFF"/>
                </a:solidFill>
                <a:effectLst/>
                <a:uFillTx/>
                <a:latin typeface="Arial"/>
              </a:rPr>
              <a:t>Client GUI</a:t>
            </a:r>
            <a:endParaRPr lang="fr-FR"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320400"/>
            <a:ext cx="8227800" cy="626400"/>
          </a:xfrm>
          <a:prstGeom prst="rect">
            <a:avLst/>
          </a:prstGeom>
          <a:noFill/>
          <a:ln w="0">
            <a:noFill/>
          </a:ln>
        </p:spPr>
        <p:txBody>
          <a:bodyPr lIns="0" tIns="0" rIns="0" bIns="0" anchor="ctr" anchorCtr="1">
            <a:spAutoFit/>
          </a:bodyPr>
          <a:p>
            <a:pPr indent="0" algn="ctr">
              <a:lnSpc>
                <a:spcPct val="100000"/>
              </a:lnSpc>
              <a:buNone/>
              <a:tabLst>
                <a:tab pos="0" algn="l"/>
              </a:tabLst>
            </a:pPr>
            <a:r>
              <a:rPr lang="fr-FR" sz="4400" b="0" u="none" strike="noStrike">
                <a:solidFill>
                  <a:srgbClr val="0B3D57"/>
                </a:solidFill>
                <a:effectLst/>
                <a:uFillTx/>
                <a:latin typeface="Arial"/>
              </a:rPr>
              <a:t>Choix des technologies</a:t>
            </a:r>
            <a:endParaRPr lang="fr-FR" sz="4400" b="0" u="none" strike="noStrike">
              <a:solidFill>
                <a:srgbClr val="000000"/>
              </a:solidFill>
              <a:effectLst/>
              <a:uFillTx/>
              <a:latin typeface="Arial"/>
            </a:endParaRPr>
          </a:p>
        </p:txBody>
      </p:sp>
      <p:sp>
        <p:nvSpPr>
          <p:cNvPr id="46" name="PlaceHolder 2"/>
          <p:cNvSpPr>
            <a:spLocks noGrp="1"/>
          </p:cNvSpPr>
          <p:nvPr>
            <p:ph/>
          </p:nvPr>
        </p:nvSpPr>
        <p:spPr>
          <a:xfrm>
            <a:off x="457200" y="1203480"/>
            <a:ext cx="4014720" cy="2981880"/>
          </a:xfrm>
          <a:prstGeom prst="rect">
            <a:avLst/>
          </a:prstGeom>
          <a:noFill/>
          <a:ln w="0">
            <a:noFill/>
          </a:ln>
        </p:spPr>
        <p:txBody>
          <a:bodyPr lIns="0" tIns="0" rIns="0" bIns="0" anchor="ctr">
            <a:normAutofit/>
          </a:bodyPr>
          <a:p>
            <a:pPr indent="0" algn="l">
              <a:lnSpc>
                <a:spcPct val="100000"/>
              </a:lnSpc>
              <a:buNone/>
              <a:tabLst>
                <a:tab pos="0" algn="l"/>
              </a:tabLst>
            </a:pPr>
            <a:r>
              <a:rPr lang="fr-FR" sz="1900" b="1" u="none" strike="noStrike">
                <a:solidFill>
                  <a:srgbClr val="000000"/>
                </a:solidFill>
                <a:effectLst/>
                <a:uFillTx/>
                <a:latin typeface="Arial"/>
              </a:rPr>
              <a:t>Distribution : Ubuntu Server</a:t>
            </a:r>
            <a:endParaRPr lang="fr-FR" sz="1900" b="0" u="none" strike="noStrike">
              <a:solidFill>
                <a:srgbClr val="000000"/>
              </a:solidFill>
              <a:effectLst/>
              <a:uFillTx/>
              <a:latin typeface="Arial"/>
            </a:endParaRPr>
          </a:p>
          <a:p>
            <a:pPr marL="228600" indent="-228600" algn="l">
              <a:lnSpc>
                <a:spcPct val="100000"/>
              </a:lnSpc>
              <a:buClr>
                <a:srgbClr val="1C7293"/>
              </a:buClr>
              <a:buFont typeface="Arial"/>
              <a:buChar char="•"/>
              <a:tabLst>
                <a:tab pos="0" algn="l"/>
              </a:tabLst>
            </a:pPr>
            <a:r>
              <a:rPr lang="fr-FR" sz="1800" b="0" u="none" strike="noStrike">
                <a:solidFill>
                  <a:srgbClr val="000000"/>
                </a:solidFill>
                <a:effectLst/>
                <a:uFillTx/>
                <a:latin typeface="Arial"/>
              </a:rPr>
              <a:t>Stabilité LTS</a:t>
            </a:r>
            <a:endParaRPr lang="fr-FR" sz="1800" b="0" u="none" strike="noStrike">
              <a:solidFill>
                <a:srgbClr val="000000"/>
              </a:solidFill>
              <a:effectLst/>
              <a:uFillTx/>
              <a:latin typeface="Arial"/>
            </a:endParaRPr>
          </a:p>
          <a:p>
            <a:pPr marL="228600" indent="-228600" algn="l">
              <a:lnSpc>
                <a:spcPct val="100000"/>
              </a:lnSpc>
              <a:buClr>
                <a:srgbClr val="1C7293"/>
              </a:buClr>
              <a:buFont typeface="Arial"/>
              <a:buChar char="•"/>
              <a:tabLst>
                <a:tab pos="0" algn="l"/>
              </a:tabLst>
            </a:pPr>
            <a:r>
              <a:rPr lang="fr-FR" sz="1800" b="0" u="none" strike="noStrike">
                <a:solidFill>
                  <a:srgbClr val="000000"/>
                </a:solidFill>
                <a:effectLst/>
                <a:uFillTx/>
                <a:latin typeface="Arial"/>
              </a:rPr>
              <a:t>Écosystème riche</a:t>
            </a:r>
            <a:endParaRPr lang="fr-FR" sz="1800" b="0" u="none" strike="noStrike">
              <a:solidFill>
                <a:srgbClr val="000000"/>
              </a:solidFill>
              <a:effectLst/>
              <a:uFillTx/>
              <a:latin typeface="Arial"/>
            </a:endParaRPr>
          </a:p>
          <a:p>
            <a:pPr marL="228600" indent="0" algn="l">
              <a:lnSpc>
                <a:spcPct val="100000"/>
              </a:lnSpc>
              <a:buNone/>
              <a:tabLst>
                <a:tab pos="0" algn="l"/>
              </a:tabLst>
            </a:pPr>
            <a:endParaRPr lang="fr-FR" sz="1800" b="0" u="none" strike="noStrike">
              <a:solidFill>
                <a:srgbClr val="000000"/>
              </a:solidFill>
              <a:effectLst/>
              <a:uFillTx/>
              <a:latin typeface="Arial"/>
            </a:endParaRPr>
          </a:p>
          <a:p>
            <a:pPr indent="0" algn="l">
              <a:lnSpc>
                <a:spcPct val="100000"/>
              </a:lnSpc>
              <a:buNone/>
              <a:tabLst>
                <a:tab pos="0" algn="l"/>
              </a:tabLst>
            </a:pPr>
            <a:endParaRPr lang="fr-FR" sz="500" b="0" u="none" strike="noStrike">
              <a:solidFill>
                <a:srgbClr val="000000"/>
              </a:solidFill>
              <a:effectLst/>
              <a:uFillTx/>
              <a:latin typeface="Arial"/>
            </a:endParaRPr>
          </a:p>
          <a:p>
            <a:pPr indent="0" algn="l">
              <a:lnSpc>
                <a:spcPct val="100000"/>
              </a:lnSpc>
              <a:buNone/>
              <a:tabLst>
                <a:tab pos="0" algn="l"/>
              </a:tabLst>
            </a:pPr>
            <a:r>
              <a:rPr lang="fr-FR" sz="1900" b="1" u="none" strike="noStrike">
                <a:solidFill>
                  <a:srgbClr val="000000"/>
                </a:solidFill>
                <a:effectLst/>
                <a:uFillTx/>
                <a:latin typeface="Arial"/>
              </a:rPr>
              <a:t>Annuaire &amp; authentification</a:t>
            </a:r>
            <a:endParaRPr lang="fr-FR" sz="1900" b="0" u="none" strike="noStrike">
              <a:solidFill>
                <a:srgbClr val="000000"/>
              </a:solidFill>
              <a:effectLst/>
              <a:uFillTx/>
              <a:latin typeface="Arial"/>
            </a:endParaRPr>
          </a:p>
          <a:p>
            <a:pPr marL="228600" indent="-228600" algn="l">
              <a:lnSpc>
                <a:spcPct val="100000"/>
              </a:lnSpc>
              <a:buClr>
                <a:srgbClr val="1C7293"/>
              </a:buClr>
              <a:buFont typeface="Arial"/>
              <a:buChar char="•"/>
              <a:tabLst>
                <a:tab pos="0" algn="l"/>
              </a:tabLst>
            </a:pPr>
            <a:r>
              <a:rPr lang="fr-FR" sz="1800" b="0" u="none" strike="noStrike">
                <a:solidFill>
                  <a:srgbClr val="000000"/>
                </a:solidFill>
                <a:effectLst/>
                <a:uFillTx/>
                <a:latin typeface="Arial"/>
              </a:rPr>
              <a:t>OpenLDAP + FreeRADIUS</a:t>
            </a:r>
            <a:endParaRPr lang="fr-FR" sz="1800" b="0" u="none" strike="noStrike">
              <a:solidFill>
                <a:srgbClr val="000000"/>
              </a:solidFill>
              <a:effectLst/>
              <a:uFillTx/>
              <a:latin typeface="Arial"/>
            </a:endParaRPr>
          </a:p>
        </p:txBody>
      </p:sp>
      <p:sp>
        <p:nvSpPr>
          <p:cNvPr id="47" name="PlaceHolder 3"/>
          <p:cNvSpPr>
            <a:spLocks noGrp="1"/>
          </p:cNvSpPr>
          <p:nvPr>
            <p:ph/>
          </p:nvPr>
        </p:nvSpPr>
        <p:spPr>
          <a:xfrm>
            <a:off x="4674240" y="1203480"/>
            <a:ext cx="4014720" cy="2981880"/>
          </a:xfrm>
          <a:prstGeom prst="rect">
            <a:avLst/>
          </a:prstGeom>
          <a:noFill/>
          <a:ln w="0">
            <a:noFill/>
          </a:ln>
        </p:spPr>
        <p:txBody>
          <a:bodyPr lIns="0" tIns="0" rIns="0" bIns="0" anchor="ctr">
            <a:normAutofit/>
          </a:bodyPr>
          <a:p>
            <a:pPr indent="0" algn="l">
              <a:lnSpc>
                <a:spcPct val="100000"/>
              </a:lnSpc>
              <a:buNone/>
              <a:tabLst>
                <a:tab pos="0" algn="l"/>
              </a:tabLst>
            </a:pPr>
            <a:r>
              <a:rPr lang="fr-FR" sz="1900" b="1" u="none" strike="noStrike">
                <a:solidFill>
                  <a:srgbClr val="000000"/>
                </a:solidFill>
                <a:effectLst/>
                <a:uFillTx/>
                <a:latin typeface="Arial"/>
              </a:rPr>
              <a:t>Partage de fichiers : Samba</a:t>
            </a:r>
            <a:endParaRPr lang="fr-FR" sz="1900" b="0" u="none" strike="noStrike">
              <a:solidFill>
                <a:srgbClr val="000000"/>
              </a:solidFill>
              <a:effectLst/>
              <a:uFillTx/>
              <a:latin typeface="Arial"/>
            </a:endParaRPr>
          </a:p>
          <a:p>
            <a:pPr marL="228600" indent="-228600" algn="l">
              <a:lnSpc>
                <a:spcPct val="100000"/>
              </a:lnSpc>
              <a:buClr>
                <a:srgbClr val="1C7293"/>
              </a:buClr>
              <a:buFont typeface="Arial"/>
              <a:buChar char="•"/>
              <a:tabLst>
                <a:tab pos="0" algn="l"/>
              </a:tabLst>
            </a:pPr>
            <a:r>
              <a:rPr lang="fr-FR" sz="1800" b="0" u="none" strike="noStrike">
                <a:solidFill>
                  <a:srgbClr val="000000"/>
                </a:solidFill>
                <a:effectLst/>
                <a:uFillTx/>
                <a:latin typeface="Arial"/>
              </a:rPr>
              <a:t>Compatible Windows</a:t>
            </a:r>
            <a:endParaRPr lang="fr-FR" sz="1800" b="0" u="none" strike="noStrike">
              <a:solidFill>
                <a:srgbClr val="000000"/>
              </a:solidFill>
              <a:effectLst/>
              <a:uFillTx/>
              <a:latin typeface="Arial"/>
            </a:endParaRPr>
          </a:p>
          <a:p>
            <a:pPr marL="228600" indent="0" algn="l">
              <a:lnSpc>
                <a:spcPct val="100000"/>
              </a:lnSpc>
              <a:buNone/>
              <a:tabLst>
                <a:tab pos="0" algn="l"/>
              </a:tabLst>
            </a:pPr>
            <a:endParaRPr lang="fr-FR" sz="1800" b="0" u="none" strike="noStrike">
              <a:solidFill>
                <a:srgbClr val="000000"/>
              </a:solidFill>
              <a:effectLst/>
              <a:uFillTx/>
              <a:latin typeface="Arial"/>
            </a:endParaRPr>
          </a:p>
          <a:p>
            <a:pPr indent="0" algn="l">
              <a:lnSpc>
                <a:spcPct val="100000"/>
              </a:lnSpc>
              <a:buNone/>
              <a:tabLst>
                <a:tab pos="0" algn="l"/>
              </a:tabLst>
            </a:pPr>
            <a:endParaRPr lang="fr-FR" sz="500" b="0" u="none" strike="noStrike">
              <a:solidFill>
                <a:srgbClr val="000000"/>
              </a:solidFill>
              <a:effectLst/>
              <a:uFillTx/>
              <a:latin typeface="Arial"/>
            </a:endParaRPr>
          </a:p>
          <a:p>
            <a:pPr indent="0" algn="l">
              <a:lnSpc>
                <a:spcPct val="100000"/>
              </a:lnSpc>
              <a:buNone/>
              <a:tabLst>
                <a:tab pos="0" algn="l"/>
              </a:tabLst>
            </a:pPr>
            <a:r>
              <a:rPr lang="fr-FR" sz="1900" b="1" u="none" strike="noStrike">
                <a:solidFill>
                  <a:srgbClr val="000000"/>
                </a:solidFill>
                <a:effectLst/>
                <a:uFillTx/>
                <a:latin typeface="Arial"/>
              </a:rPr>
              <a:t>Automatisation &amp; personnalisation</a:t>
            </a:r>
            <a:endParaRPr lang="fr-FR" sz="1900" b="0" u="none" strike="noStrike">
              <a:solidFill>
                <a:srgbClr val="000000"/>
              </a:solidFill>
              <a:effectLst/>
              <a:uFillTx/>
              <a:latin typeface="Arial"/>
            </a:endParaRPr>
          </a:p>
          <a:p>
            <a:pPr marL="228600" indent="-228600" algn="l">
              <a:lnSpc>
                <a:spcPct val="100000"/>
              </a:lnSpc>
              <a:buClr>
                <a:srgbClr val="1C7293"/>
              </a:buClr>
              <a:buFont typeface="Arial"/>
              <a:buChar char="•"/>
              <a:tabLst>
                <a:tab pos="0" algn="l"/>
              </a:tabLst>
            </a:pPr>
            <a:r>
              <a:rPr lang="fr-FR" sz="1800" b="0" u="none" strike="noStrike">
                <a:solidFill>
                  <a:srgbClr val="000000"/>
                </a:solidFill>
                <a:effectLst/>
                <a:uFillTx/>
                <a:latin typeface="Arial"/>
              </a:rPr>
              <a:t>Cloud-init / Autoinstall</a:t>
            </a:r>
            <a:endParaRPr lang="fr-FR" sz="1800" b="0" u="none" strike="noStrike">
              <a:solidFill>
                <a:srgbClr val="000000"/>
              </a:solidFill>
              <a:effectLst/>
              <a:uFillTx/>
              <a:latin typeface="Arial"/>
            </a:endParaRPr>
          </a:p>
          <a:p>
            <a:pPr marL="228600" indent="-228600" algn="l">
              <a:lnSpc>
                <a:spcPct val="100000"/>
              </a:lnSpc>
              <a:buClr>
                <a:srgbClr val="1C7293"/>
              </a:buClr>
              <a:buFont typeface="Arial"/>
              <a:buChar char="•"/>
              <a:tabLst>
                <a:tab pos="0" algn="l"/>
              </a:tabLst>
            </a:pPr>
            <a:r>
              <a:rPr lang="fr-FR" sz="1800" b="0" u="none" strike="noStrike">
                <a:solidFill>
                  <a:srgbClr val="000000"/>
                </a:solidFill>
                <a:effectLst/>
                <a:uFillTx/>
                <a:latin typeface="Arial"/>
              </a:rPr>
              <a:t>Scripts Bash</a:t>
            </a:r>
            <a:endParaRPr lang="fr-FR" sz="1800" b="0" u="none" strike="noStrike">
              <a:solidFill>
                <a:srgbClr val="000000"/>
              </a:solidFill>
              <a:effectLst/>
              <a:uFillTx/>
              <a:latin typeface="Arial"/>
            </a:endParaRPr>
          </a:p>
          <a:p>
            <a:pPr marL="228600" indent="-228600" algn="l">
              <a:lnSpc>
                <a:spcPct val="100000"/>
              </a:lnSpc>
              <a:buClr>
                <a:srgbClr val="1C7293"/>
              </a:buClr>
              <a:buFont typeface="Arial"/>
              <a:buChar char="•"/>
              <a:tabLst>
                <a:tab pos="0" algn="l"/>
              </a:tabLst>
            </a:pPr>
            <a:r>
              <a:rPr lang="fr-FR" sz="1800" b="0" u="none" strike="noStrike">
                <a:solidFill>
                  <a:srgbClr val="000000"/>
                </a:solidFill>
                <a:effectLst/>
                <a:uFillTx/>
                <a:latin typeface="Arial"/>
              </a:rPr>
              <a:t>Cubic (ISO)</a:t>
            </a:r>
            <a:endParaRPr lang="fr-FR"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98080"/>
            <a:ext cx="8227800" cy="671040"/>
          </a:xfrm>
          <a:prstGeom prst="rect">
            <a:avLst/>
          </a:prstGeom>
          <a:noFill/>
          <a:ln w="0">
            <a:noFill/>
          </a:ln>
        </p:spPr>
        <p:txBody>
          <a:bodyPr lIns="0" tIns="0" rIns="0" bIns="0" anchor="ctr" anchorCtr="1">
            <a:spAutoFit/>
          </a:bodyPr>
          <a:p>
            <a:pPr indent="0" algn="ctr">
              <a:lnSpc>
                <a:spcPct val="100000"/>
              </a:lnSpc>
              <a:buNone/>
              <a:tabLst>
                <a:tab pos="0" algn="l"/>
              </a:tabLst>
            </a:pPr>
            <a:r>
              <a:rPr lang="fr-FR" sz="4400" b="0" u="none" strike="noStrike">
                <a:solidFill>
                  <a:srgbClr val="0B3D57"/>
                </a:solidFill>
                <a:effectLst/>
                <a:uFillTx/>
                <a:latin typeface="Arial"/>
              </a:rPr>
              <a:t>Plan du projet</a:t>
            </a:r>
            <a:endParaRPr lang="fr-FR" sz="4400" b="0" u="none" strike="noStrike">
              <a:solidFill>
                <a:srgbClr val="000000"/>
              </a:solidFill>
              <a:effectLst/>
              <a:uFillTx/>
              <a:latin typeface="Arial"/>
            </a:endParaRPr>
          </a:p>
        </p:txBody>
      </p:sp>
      <p:sp>
        <p:nvSpPr>
          <p:cNvPr id="49" name=""/>
          <p:cNvSpPr/>
          <p:nvPr/>
        </p:nvSpPr>
        <p:spPr>
          <a:xfrm>
            <a:off x="228600" y="1371600"/>
            <a:ext cx="3885840" cy="685440"/>
          </a:xfrm>
          <a:prstGeom prst="roundRect">
            <a:avLst>
              <a:gd name="adj" fmla="val 16667"/>
            </a:avLst>
          </a:prstGeom>
          <a:solidFill>
            <a:srgbClr val="0B3D57"/>
          </a:solidFill>
          <a:ln w="0">
            <a:solidFill>
              <a:srgbClr val="3465A4"/>
            </a:solidFill>
          </a:ln>
        </p:spPr>
        <p:style>
          <a:lnRef idx="0"/>
          <a:fillRef idx="0"/>
          <a:effectRef idx="0"/>
          <a:fontRef idx="minor"/>
        </p:style>
        <p:txBody>
          <a:bodyPr lIns="90000" tIns="45000" rIns="90000" bIns="45000" anchor="ctr">
            <a:noAutofit/>
          </a:bodyPr>
          <a:p>
            <a:pPr>
              <a:lnSpc>
                <a:spcPct val="100000"/>
              </a:lnSpc>
            </a:pPr>
            <a:r>
              <a:rPr lang="fr-FR" sz="2200" b="1" u="none" strike="noStrike">
                <a:solidFill>
                  <a:srgbClr val="FFFFFF"/>
                </a:solidFill>
                <a:effectLst/>
                <a:uFillTx/>
                <a:latin typeface="Arial"/>
                <a:ea typeface="DejaVu Sans"/>
              </a:rPr>
              <a:t>1. Recherche</a:t>
            </a:r>
            <a:endParaRPr lang="fr-FR" sz="2200" b="0" u="none" strike="noStrike">
              <a:solidFill>
                <a:srgbClr val="FFFFFF"/>
              </a:solidFill>
              <a:effectLst/>
              <a:uFillTx/>
              <a:latin typeface="Arial"/>
            </a:endParaRPr>
          </a:p>
        </p:txBody>
      </p:sp>
      <p:sp>
        <p:nvSpPr>
          <p:cNvPr id="50" name=""/>
          <p:cNvSpPr/>
          <p:nvPr/>
        </p:nvSpPr>
        <p:spPr>
          <a:xfrm>
            <a:off x="228600" y="3657600"/>
            <a:ext cx="3885840" cy="685440"/>
          </a:xfrm>
          <a:prstGeom prst="roundRect">
            <a:avLst>
              <a:gd name="adj" fmla="val 16667"/>
            </a:avLst>
          </a:prstGeom>
          <a:solidFill>
            <a:srgbClr val="0B3D57"/>
          </a:solidFill>
          <a:ln w="0">
            <a:solidFill>
              <a:srgbClr val="3465A4"/>
            </a:solidFill>
          </a:ln>
        </p:spPr>
        <p:style>
          <a:lnRef idx="0"/>
          <a:fillRef idx="0"/>
          <a:effectRef idx="0"/>
          <a:fontRef idx="minor"/>
        </p:style>
        <p:txBody>
          <a:bodyPr lIns="90000" tIns="45000" rIns="90000" bIns="45000" anchor="ctr">
            <a:noAutofit/>
          </a:bodyPr>
          <a:p>
            <a:pPr>
              <a:lnSpc>
                <a:spcPct val="100000"/>
              </a:lnSpc>
            </a:pPr>
            <a:r>
              <a:rPr lang="fr-FR" sz="2200" b="1" u="none" strike="noStrike">
                <a:solidFill>
                  <a:srgbClr val="FFFFFF"/>
                </a:solidFill>
                <a:effectLst/>
                <a:uFillTx/>
                <a:latin typeface="Arial"/>
                <a:ea typeface="DejaVu Sans"/>
              </a:rPr>
              <a:t>3. Scripts d’automatisation</a:t>
            </a:r>
            <a:endParaRPr lang="fr-FR" sz="2200" b="0" u="none" strike="noStrike">
              <a:solidFill>
                <a:srgbClr val="FFFFFF"/>
              </a:solidFill>
              <a:effectLst/>
              <a:uFillTx/>
              <a:latin typeface="Arial"/>
            </a:endParaRPr>
          </a:p>
        </p:txBody>
      </p:sp>
      <p:sp>
        <p:nvSpPr>
          <p:cNvPr id="51" name=""/>
          <p:cNvSpPr/>
          <p:nvPr/>
        </p:nvSpPr>
        <p:spPr>
          <a:xfrm>
            <a:off x="228600" y="2514600"/>
            <a:ext cx="3885840" cy="685440"/>
          </a:xfrm>
          <a:prstGeom prst="roundRect">
            <a:avLst>
              <a:gd name="adj" fmla="val 16667"/>
            </a:avLst>
          </a:prstGeom>
          <a:solidFill>
            <a:srgbClr val="0B3D57"/>
          </a:solidFill>
          <a:ln w="0">
            <a:solidFill>
              <a:srgbClr val="3465A4"/>
            </a:solidFill>
          </a:ln>
        </p:spPr>
        <p:style>
          <a:lnRef idx="0"/>
          <a:fillRef idx="0"/>
          <a:effectRef idx="0"/>
          <a:fontRef idx="minor"/>
        </p:style>
        <p:txBody>
          <a:bodyPr lIns="90000" tIns="45000" rIns="90000" bIns="45000" anchor="ctr">
            <a:noAutofit/>
          </a:bodyPr>
          <a:p>
            <a:pPr>
              <a:lnSpc>
                <a:spcPct val="100000"/>
              </a:lnSpc>
            </a:pPr>
            <a:r>
              <a:rPr lang="fr-FR" sz="2200" b="1" u="none" strike="noStrike">
                <a:solidFill>
                  <a:srgbClr val="FFFFFF"/>
                </a:solidFill>
                <a:effectLst/>
                <a:uFillTx/>
                <a:latin typeface="Arial"/>
                <a:ea typeface="DejaVu Sans"/>
              </a:rPr>
              <a:t>2. Maquetage &amp; validation</a:t>
            </a:r>
            <a:endParaRPr lang="fr-FR" sz="2200" b="0" u="none" strike="noStrike">
              <a:solidFill>
                <a:srgbClr val="FFFFFF"/>
              </a:solidFill>
              <a:effectLst/>
              <a:uFillTx/>
              <a:latin typeface="Arial"/>
            </a:endParaRPr>
          </a:p>
        </p:txBody>
      </p:sp>
      <p:sp>
        <p:nvSpPr>
          <p:cNvPr id="52" name=""/>
          <p:cNvSpPr/>
          <p:nvPr/>
        </p:nvSpPr>
        <p:spPr>
          <a:xfrm>
            <a:off x="4800600" y="1371600"/>
            <a:ext cx="3885840" cy="685440"/>
          </a:xfrm>
          <a:prstGeom prst="roundRect">
            <a:avLst>
              <a:gd name="adj" fmla="val 16667"/>
            </a:avLst>
          </a:prstGeom>
          <a:solidFill>
            <a:srgbClr val="0B3D57"/>
          </a:solidFill>
          <a:ln w="0">
            <a:solidFill>
              <a:srgbClr val="3465A4"/>
            </a:solidFill>
          </a:ln>
        </p:spPr>
        <p:style>
          <a:lnRef idx="0"/>
          <a:fillRef idx="0"/>
          <a:effectRef idx="0"/>
          <a:fontRef idx="minor"/>
        </p:style>
        <p:txBody>
          <a:bodyPr lIns="90000" tIns="45000" rIns="90000" bIns="45000" anchor="ctr">
            <a:noAutofit/>
          </a:bodyPr>
          <a:p>
            <a:pPr>
              <a:lnSpc>
                <a:spcPct val="100000"/>
              </a:lnSpc>
            </a:pPr>
            <a:r>
              <a:rPr lang="fr-FR" sz="2200" b="1" u="none" strike="noStrike">
                <a:solidFill>
                  <a:srgbClr val="FFFFFF"/>
                </a:solidFill>
                <a:effectLst/>
                <a:uFillTx/>
                <a:latin typeface="Arial"/>
                <a:ea typeface="DejaVu Sans"/>
              </a:rPr>
              <a:t>4. Intégration ISO</a:t>
            </a:r>
            <a:endParaRPr lang="fr-FR" sz="2200" b="0" u="none" strike="noStrike">
              <a:solidFill>
                <a:srgbClr val="FFFFFF"/>
              </a:solidFill>
              <a:effectLst/>
              <a:uFillTx/>
              <a:latin typeface="Arial"/>
            </a:endParaRPr>
          </a:p>
        </p:txBody>
      </p:sp>
      <p:sp>
        <p:nvSpPr>
          <p:cNvPr id="53" name=""/>
          <p:cNvSpPr/>
          <p:nvPr/>
        </p:nvSpPr>
        <p:spPr>
          <a:xfrm>
            <a:off x="4800600" y="2514600"/>
            <a:ext cx="3885840" cy="685440"/>
          </a:xfrm>
          <a:prstGeom prst="roundRect">
            <a:avLst>
              <a:gd name="adj" fmla="val 16667"/>
            </a:avLst>
          </a:prstGeom>
          <a:solidFill>
            <a:srgbClr val="0B3D57"/>
          </a:solidFill>
          <a:ln w="0">
            <a:solidFill>
              <a:srgbClr val="3465A4"/>
            </a:solidFill>
          </a:ln>
        </p:spPr>
        <p:style>
          <a:lnRef idx="0"/>
          <a:fillRef idx="0"/>
          <a:effectRef idx="0"/>
          <a:fontRef idx="minor"/>
        </p:style>
        <p:txBody>
          <a:bodyPr lIns="90000" tIns="45000" rIns="90000" bIns="45000" anchor="ctr">
            <a:noAutofit/>
          </a:bodyPr>
          <a:p>
            <a:pPr>
              <a:lnSpc>
                <a:spcPct val="100000"/>
              </a:lnSpc>
            </a:pPr>
            <a:r>
              <a:rPr lang="fr-FR" sz="2200" b="1" u="none" strike="noStrike">
                <a:solidFill>
                  <a:srgbClr val="FFFFFF"/>
                </a:solidFill>
                <a:effectLst/>
                <a:uFillTx/>
                <a:latin typeface="Arial"/>
                <a:ea typeface="DejaVu Sans"/>
              </a:rPr>
              <a:t>5. Client GUI</a:t>
            </a:r>
            <a:endParaRPr lang="fr-FR" sz="2200" b="0" u="none" strike="noStrike">
              <a:solidFill>
                <a:srgbClr val="FFFFFF"/>
              </a:solidFill>
              <a:effectLst/>
              <a:uFillTx/>
              <a:latin typeface="Arial"/>
            </a:endParaRPr>
          </a:p>
        </p:txBody>
      </p:sp>
      <p:sp>
        <p:nvSpPr>
          <p:cNvPr id="54" name=""/>
          <p:cNvSpPr/>
          <p:nvPr/>
        </p:nvSpPr>
        <p:spPr>
          <a:xfrm>
            <a:off x="4800600" y="3657600"/>
            <a:ext cx="3885840" cy="685440"/>
          </a:xfrm>
          <a:prstGeom prst="roundRect">
            <a:avLst>
              <a:gd name="adj" fmla="val 16667"/>
            </a:avLst>
          </a:prstGeom>
          <a:solidFill>
            <a:srgbClr val="0B3D57"/>
          </a:solidFill>
          <a:ln w="0">
            <a:solidFill>
              <a:srgbClr val="3465A4"/>
            </a:solidFill>
          </a:ln>
        </p:spPr>
        <p:style>
          <a:lnRef idx="0"/>
          <a:fillRef idx="0"/>
          <a:effectRef idx="0"/>
          <a:fontRef idx="minor"/>
        </p:style>
        <p:txBody>
          <a:bodyPr lIns="90000" tIns="45000" rIns="90000" bIns="45000" anchor="ctr">
            <a:noAutofit/>
          </a:bodyPr>
          <a:p>
            <a:pPr>
              <a:lnSpc>
                <a:spcPct val="100000"/>
              </a:lnSpc>
            </a:pPr>
            <a:r>
              <a:rPr lang="fr-FR" sz="2200" b="1" u="none" strike="noStrike">
                <a:solidFill>
                  <a:srgbClr val="FFFFFF"/>
                </a:solidFill>
                <a:effectLst/>
                <a:uFillTx/>
                <a:latin typeface="Arial"/>
                <a:ea typeface="DejaVu Sans"/>
              </a:rPr>
              <a:t>6. Tests</a:t>
            </a:r>
            <a:endParaRPr lang="fr-FR" sz="2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 name=""/>
          <p:cNvPicPr/>
          <p:nvPr/>
        </p:nvPicPr>
        <p:blipFill>
          <a:blip r:embed="rId1"/>
          <a:stretch/>
        </p:blipFill>
        <p:spPr>
          <a:xfrm>
            <a:off x="142200" y="514440"/>
            <a:ext cx="8859600" cy="411480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203760"/>
            <a:ext cx="8227800" cy="860040"/>
          </a:xfrm>
          <a:prstGeom prst="rect">
            <a:avLst/>
          </a:prstGeom>
          <a:noFill/>
          <a:ln w="0">
            <a:noFill/>
          </a:ln>
        </p:spPr>
        <p:txBody>
          <a:bodyPr lIns="0" tIns="0" rIns="0" bIns="0" anchor="ctr">
            <a:spAutoFit/>
          </a:bodyPr>
          <a:p>
            <a:pPr indent="0" algn="ctr">
              <a:lnSpc>
                <a:spcPct val="100000"/>
              </a:lnSpc>
              <a:buNone/>
              <a:tabLst>
                <a:tab pos="0" algn="l"/>
              </a:tabLst>
            </a:pPr>
            <a:r>
              <a:rPr lang="en-US" sz="4400" b="0" u="none" strike="noStrike">
                <a:solidFill>
                  <a:srgbClr val="0B3D57"/>
                </a:solidFill>
                <a:effectLst/>
                <a:uFillTx/>
                <a:latin typeface="Arial"/>
              </a:rPr>
              <a:t>Perspectives futures</a:t>
            </a:r>
            <a:endParaRPr lang="fr-FR" sz="4400" b="0" u="none" strike="noStrike">
              <a:solidFill>
                <a:srgbClr val="000000"/>
              </a:solidFill>
              <a:effectLst/>
              <a:uFillTx/>
              <a:latin typeface="Arial"/>
            </a:endParaRPr>
          </a:p>
        </p:txBody>
      </p:sp>
      <p:sp>
        <p:nvSpPr>
          <p:cNvPr id="57" name="PlaceHolder 2"/>
          <p:cNvSpPr>
            <a:spLocks noGrp="1"/>
          </p:cNvSpPr>
          <p:nvPr>
            <p:ph/>
          </p:nvPr>
        </p:nvSpPr>
        <p:spPr>
          <a:xfrm>
            <a:off x="685800" y="1299960"/>
            <a:ext cx="7771320" cy="3598920"/>
          </a:xfrm>
          <a:prstGeom prst="rect">
            <a:avLst/>
          </a:prstGeom>
          <a:noFill/>
          <a:ln w="0">
            <a:noFill/>
          </a:ln>
        </p:spPr>
        <p:txBody>
          <a:bodyPr lIns="0" tIns="0" rIns="0" bIns="0" anchor="ctr">
            <a:normAutofit/>
          </a:bodyPr>
          <a:p>
            <a:pPr marL="228600" indent="-228600" algn="l">
              <a:lnSpc>
                <a:spcPct val="100000"/>
              </a:lnSpc>
              <a:buClr>
                <a:srgbClr val="1C7293"/>
              </a:buClr>
              <a:buFont typeface="Arial"/>
              <a:buChar char="•"/>
            </a:pPr>
            <a:r>
              <a:rPr lang="fr-FR" sz="2400" b="0" u="none" strike="noStrike">
                <a:solidFill>
                  <a:srgbClr val="000000"/>
                </a:solidFill>
                <a:effectLst/>
                <a:uFillTx/>
                <a:latin typeface="Arial"/>
              </a:rPr>
              <a:t>SSO unifié (Keycloak)</a:t>
            </a:r>
            <a:endParaRPr lang="fr-FR" sz="2400" b="0" u="none" strike="noStrike">
              <a:solidFill>
                <a:srgbClr val="000000"/>
              </a:solidFill>
              <a:effectLst/>
              <a:uFillTx/>
              <a:latin typeface="Arial"/>
            </a:endParaRPr>
          </a:p>
          <a:p>
            <a:pPr marL="228600" indent="0" algn="l">
              <a:lnSpc>
                <a:spcPct val="100000"/>
              </a:lnSpc>
              <a:buNone/>
              <a:tabLst>
                <a:tab pos="0" algn="l"/>
              </a:tabLst>
            </a:pPr>
            <a:endParaRPr lang="fr-FR" sz="2400" b="0" u="none" strike="noStrike">
              <a:solidFill>
                <a:srgbClr val="000000"/>
              </a:solidFill>
              <a:effectLst/>
              <a:uFillTx/>
              <a:latin typeface="Arial"/>
            </a:endParaRPr>
          </a:p>
          <a:p>
            <a:pPr marL="228600" indent="-228600" algn="l">
              <a:lnSpc>
                <a:spcPct val="100000"/>
              </a:lnSpc>
              <a:buClr>
                <a:srgbClr val="1C7293"/>
              </a:buClr>
              <a:buFont typeface="Arial"/>
              <a:buChar char="•"/>
              <a:tabLst>
                <a:tab pos="0" algn="l"/>
              </a:tabLst>
            </a:pPr>
            <a:r>
              <a:rPr lang="fr-FR" sz="2400" b="0" u="none" strike="noStrike">
                <a:solidFill>
                  <a:srgbClr val="000000"/>
                </a:solidFill>
                <a:effectLst/>
                <a:uFillTx/>
                <a:latin typeface="Arial"/>
              </a:rPr>
              <a:t>Portail pédagogique (Django)</a:t>
            </a:r>
            <a:endParaRPr lang="fr-FR" sz="2400" b="0" u="none" strike="noStrike">
              <a:solidFill>
                <a:srgbClr val="000000"/>
              </a:solidFill>
              <a:effectLst/>
              <a:uFillTx/>
              <a:latin typeface="Arial"/>
            </a:endParaRPr>
          </a:p>
          <a:p>
            <a:pPr marL="228600" indent="0" algn="l">
              <a:lnSpc>
                <a:spcPct val="100000"/>
              </a:lnSpc>
              <a:buNone/>
              <a:tabLst>
                <a:tab pos="0" algn="l"/>
              </a:tabLst>
            </a:pPr>
            <a:endParaRPr lang="fr-FR" sz="2400" b="0" u="none" strike="noStrike">
              <a:solidFill>
                <a:srgbClr val="000000"/>
              </a:solidFill>
              <a:effectLst/>
              <a:uFillTx/>
              <a:latin typeface="Arial"/>
            </a:endParaRPr>
          </a:p>
          <a:p>
            <a:pPr marL="228600" indent="-228600" algn="l">
              <a:lnSpc>
                <a:spcPct val="100000"/>
              </a:lnSpc>
              <a:buClr>
                <a:srgbClr val="1C7293"/>
              </a:buClr>
              <a:buFont typeface="Arial"/>
              <a:buChar char="•"/>
              <a:tabLst>
                <a:tab pos="0" algn="l"/>
              </a:tabLst>
            </a:pPr>
            <a:r>
              <a:rPr lang="fr-FR" sz="2400" b="0" u="none" strike="noStrike">
                <a:solidFill>
                  <a:srgbClr val="000000"/>
                </a:solidFill>
                <a:effectLst/>
                <a:uFillTx/>
                <a:latin typeface="Arial"/>
              </a:rPr>
              <a:t>Migration vers NixOS</a:t>
            </a:r>
            <a:endParaRPr lang="fr-FR"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bg"/>
          <p:cNvSpPr/>
          <p:nvPr/>
        </p:nvSpPr>
        <p:spPr>
          <a:xfrm>
            <a:off x="0" y="0"/>
            <a:ext cx="9142920" cy="5142600"/>
          </a:xfrm>
          <a:prstGeom prst="rect">
            <a:avLst/>
          </a:prstGeom>
          <a:solidFill>
            <a:srgbClr val="0B2545"/>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59" name="PlaceHolder 1"/>
          <p:cNvSpPr>
            <a:spLocks noGrp="1"/>
          </p:cNvSpPr>
          <p:nvPr>
            <p:ph type="title"/>
          </p:nvPr>
        </p:nvSpPr>
        <p:spPr>
          <a:xfrm>
            <a:off x="457200" y="203760"/>
            <a:ext cx="8227800" cy="860040"/>
          </a:xfrm>
          <a:prstGeom prst="rect">
            <a:avLst/>
          </a:prstGeom>
          <a:noFill/>
          <a:ln w="0">
            <a:noFill/>
          </a:ln>
        </p:spPr>
        <p:txBody>
          <a:bodyPr lIns="0" tIns="0" rIns="0" bIns="0" anchor="ctr">
            <a:spAutoFit/>
          </a:bodyPr>
          <a:p>
            <a:pPr indent="0" algn="ctr">
              <a:lnSpc>
                <a:spcPct val="100000"/>
              </a:lnSpc>
              <a:buNone/>
              <a:tabLst>
                <a:tab pos="0" algn="l"/>
              </a:tabLst>
            </a:pPr>
            <a:r>
              <a:rPr lang="en-US" sz="4400" b="0" u="none" strike="noStrike">
                <a:solidFill>
                  <a:srgbClr val="FFFFFF"/>
                </a:solidFill>
                <a:effectLst/>
                <a:uFillTx/>
                <a:latin typeface="Arial"/>
              </a:rPr>
              <a:t>Conclusion</a:t>
            </a:r>
            <a:endParaRPr lang="fr-FR" sz="4400" b="0" u="none" strike="noStrike">
              <a:solidFill>
                <a:srgbClr val="000000"/>
              </a:solidFill>
              <a:effectLst/>
              <a:uFillTx/>
              <a:latin typeface="Arial"/>
            </a:endParaRPr>
          </a:p>
        </p:txBody>
      </p:sp>
      <p:sp>
        <p:nvSpPr>
          <p:cNvPr id="60" name=""/>
          <p:cNvSpPr/>
          <p:nvPr/>
        </p:nvSpPr>
        <p:spPr>
          <a:xfrm>
            <a:off x="-457200" y="4114800"/>
            <a:ext cx="10058040" cy="685440"/>
          </a:xfrm>
          <a:prstGeom prst="roundRect">
            <a:avLst>
              <a:gd name="adj" fmla="val 16667"/>
            </a:avLst>
          </a:prstGeom>
          <a:solidFill>
            <a:srgbClr val="FFFFFF"/>
          </a:solidFill>
          <a:ln w="0">
            <a:solidFill>
              <a:srgbClr val="3465A4"/>
            </a:solidFill>
          </a:ln>
        </p:spPr>
        <p:style>
          <a:lnRef idx="0"/>
          <a:fillRef idx="0"/>
          <a:effectRef idx="0"/>
          <a:fontRef idx="minor"/>
        </p:style>
        <p:txBody>
          <a:bodyPr lIns="90000" tIns="45000" rIns="90000" bIns="45000" anchor="ctr">
            <a:noAutofit/>
          </a:bodyPr>
          <a:p>
            <a:pPr marL="228600" algn="ctr">
              <a:lnSpc>
                <a:spcPct val="100000"/>
              </a:lnSpc>
              <a:tabLst>
                <a:tab pos="0" algn="l"/>
              </a:tabLst>
            </a:pPr>
            <a:r>
              <a:rPr lang="fr-FR" sz="2200" b="1" u="none" strike="noStrike">
                <a:solidFill>
                  <a:srgbClr val="000000"/>
                </a:solidFill>
                <a:effectLst/>
                <a:uFillTx/>
                <a:latin typeface="Arial"/>
                <a:ea typeface="DejaVu Sans"/>
              </a:rPr>
              <a:t>Merci — questions bienvenues</a:t>
            </a:r>
            <a:endParaRPr lang="fr-FR" sz="2200" b="0" u="none" strike="noStrike">
              <a:solidFill>
                <a:srgbClr val="000000"/>
              </a:solidFill>
              <a:effectLst/>
              <a:uFillTx/>
              <a:latin typeface="Arial"/>
            </a:endParaRPr>
          </a:p>
        </p:txBody>
      </p:sp>
      <p:sp>
        <p:nvSpPr>
          <p:cNvPr id="61" name="PlaceHolder 2"/>
          <p:cNvSpPr>
            <a:spLocks noGrp="1"/>
          </p:cNvSpPr>
          <p:nvPr>
            <p:ph/>
          </p:nvPr>
        </p:nvSpPr>
        <p:spPr>
          <a:xfrm>
            <a:off x="685800" y="1299960"/>
            <a:ext cx="7771320" cy="2128680"/>
          </a:xfrm>
          <a:prstGeom prst="rect">
            <a:avLst/>
          </a:prstGeom>
          <a:noFill/>
          <a:ln w="0">
            <a:noFill/>
          </a:ln>
        </p:spPr>
        <p:txBody>
          <a:bodyPr lIns="0" tIns="0" rIns="0" bIns="0" anchor="t" anchorCtr="1">
            <a:normAutofit/>
          </a:bodyPr>
          <a:p>
            <a:pPr marL="228600" indent="-228600" algn="l">
              <a:lnSpc>
                <a:spcPct val="100000"/>
              </a:lnSpc>
              <a:buClr>
                <a:srgbClr val="5FCBE0"/>
              </a:buClr>
              <a:buFont typeface="Arial"/>
              <a:buChar char="•"/>
            </a:pPr>
            <a:r>
              <a:rPr lang="fr-FR" sz="2200" b="0" u="none" strike="noStrike">
                <a:solidFill>
                  <a:srgbClr val="FFFFFF"/>
                </a:solidFill>
                <a:effectLst/>
                <a:uFillTx/>
                <a:latin typeface="Arial"/>
              </a:rPr>
              <a:t>Infrastructure locale &amp; souveraine</a:t>
            </a:r>
            <a:endParaRPr lang="fr-FR" sz="2200" b="0" u="none" strike="noStrike">
              <a:solidFill>
                <a:srgbClr val="000000"/>
              </a:solidFill>
              <a:effectLst/>
              <a:uFillTx/>
              <a:latin typeface="Arial"/>
            </a:endParaRPr>
          </a:p>
          <a:p>
            <a:pPr marL="228600" indent="0" algn="l">
              <a:lnSpc>
                <a:spcPct val="100000"/>
              </a:lnSpc>
              <a:buNone/>
              <a:tabLst>
                <a:tab pos="0" algn="l"/>
              </a:tabLst>
            </a:pPr>
            <a:endParaRPr lang="fr-FR" sz="2200" b="0" u="none" strike="noStrike">
              <a:solidFill>
                <a:srgbClr val="000000"/>
              </a:solidFill>
              <a:effectLst/>
              <a:uFillTx/>
              <a:latin typeface="Arial"/>
            </a:endParaRPr>
          </a:p>
          <a:p>
            <a:pPr marL="228600" indent="-228600" algn="l">
              <a:lnSpc>
                <a:spcPct val="100000"/>
              </a:lnSpc>
              <a:buClr>
                <a:srgbClr val="5FCBE0"/>
              </a:buClr>
              <a:buFont typeface="Arial"/>
              <a:buChar char="•"/>
              <a:tabLst>
                <a:tab pos="0" algn="l"/>
              </a:tabLst>
            </a:pPr>
            <a:r>
              <a:rPr lang="fr-FR" sz="2200" b="0" u="none" strike="noStrike">
                <a:solidFill>
                  <a:srgbClr val="FFFFFF"/>
                </a:solidFill>
                <a:effectLst/>
                <a:uFillTx/>
                <a:latin typeface="Arial"/>
              </a:rPr>
              <a:t>Recherche &amp; choix technologie</a:t>
            </a:r>
            <a:endParaRPr lang="fr-FR" sz="2200" b="0" u="none" strike="noStrike">
              <a:solidFill>
                <a:srgbClr val="000000"/>
              </a:solidFill>
              <a:effectLst/>
              <a:uFillTx/>
              <a:latin typeface="Arial"/>
            </a:endParaRPr>
          </a:p>
          <a:p>
            <a:pPr marL="228600" indent="0" algn="l">
              <a:lnSpc>
                <a:spcPct val="100000"/>
              </a:lnSpc>
              <a:buNone/>
              <a:tabLst>
                <a:tab pos="0" algn="l"/>
              </a:tabLst>
            </a:pPr>
            <a:endParaRPr lang="fr-FR" sz="2200" b="0" u="none" strike="noStrike">
              <a:solidFill>
                <a:srgbClr val="000000"/>
              </a:solidFill>
              <a:effectLst/>
              <a:uFillTx/>
              <a:latin typeface="Arial"/>
            </a:endParaRPr>
          </a:p>
          <a:p>
            <a:pPr marL="228600" indent="-228600" algn="l">
              <a:lnSpc>
                <a:spcPct val="100000"/>
              </a:lnSpc>
              <a:buClr>
                <a:srgbClr val="5FCBE0"/>
              </a:buClr>
              <a:buFont typeface="Arial"/>
              <a:buChar char="•"/>
              <a:tabLst>
                <a:tab pos="0" algn="l"/>
              </a:tabLst>
            </a:pPr>
            <a:r>
              <a:rPr lang="fr-FR" sz="2200" b="0" u="none" strike="noStrike">
                <a:solidFill>
                  <a:srgbClr val="FFFFFF"/>
                </a:solidFill>
                <a:effectLst/>
                <a:uFillTx/>
                <a:latin typeface="Arial"/>
              </a:rPr>
              <a:t>Prochaines étapes : scripts → ISO → GUI → tests</a:t>
            </a:r>
            <a:endParaRPr lang="fr-FR" sz="2200" b="0" u="none" strike="noStrike">
              <a:solidFill>
                <a:srgbClr val="000000"/>
              </a:solidFill>
              <a:effectLst/>
              <a:uFillTx/>
              <a:latin typeface="Arial"/>
            </a:endParaRPr>
          </a:p>
          <a:p>
            <a:pPr marL="228600" indent="0" algn="l">
              <a:lnSpc>
                <a:spcPct val="100000"/>
              </a:lnSpc>
              <a:buNone/>
              <a:tabLst>
                <a:tab pos="0" algn="l"/>
              </a:tabLst>
            </a:pPr>
            <a:endParaRPr lang="fr-FR" sz="2200" b="0" u="none" strike="noStrike">
              <a:solidFill>
                <a:srgbClr val="000000"/>
              </a:solidFill>
              <a:effectLst/>
              <a:uFillTx/>
              <a:latin typeface="Arial"/>
            </a:endParaRPr>
          </a:p>
          <a:p>
            <a:pPr marL="228600" indent="0" algn="ctr">
              <a:lnSpc>
                <a:spcPct val="100000"/>
              </a:lnSpc>
              <a:buNone/>
              <a:tabLst>
                <a:tab pos="0" algn="l"/>
              </a:tabLst>
            </a:pPr>
            <a:endParaRPr lang="fr-FR"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38</TotalTime>
  <Application>LibreOffice/26.2.4.2$Windows_X86_64 LibreOffice_project/0229ac93fcf0d7cbc6376066c6f35021cef002dc</Application>
  <AppVersion>15.0000</AppVersion>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2026-07-18T12:51:45Z</dcterms:created>
  <dc:creator>Papa Ibrahima Diop</dc:creator>
  <dc:description/>
  <dc:language>en-US</dc:language>
  <cp:lastModifiedBy>Papa Ibrahima Diop</cp:lastModifiedBy>
  <dcterms:modified xsi:type="dcterms:W3CDTF">2026-07-19T16:18:14Z</dcterms:modified>
  <cp:revision>8</cp:revision>
  <dc:subject>PptxGenJS Presentation</dc:subject>
  <dc:title>Regular</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13</vt:r8>
  </property>
  <property fmtid="{D5CDD505-2E9C-101B-9397-08002B2CF9AE}" pid="3" name="PresentationFormat">
    <vt:lpwstr>On-screen Show (16:9)</vt:lpwstr>
  </property>
  <property fmtid="{D5CDD505-2E9C-101B-9397-08002B2CF9AE}" pid="4" name="Slides">
    <vt:r8>13</vt:r8>
  </property>
</Properties>
</file>